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E862DE-DB2B-4257-3C83-0326A582E68E}" v="234" dt="2026-08-07T18:11:19.1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#3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#3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F2628B3-2417-494F-9AFF-68EECC670C15}" type="doc">
      <dgm:prSet loTypeId="urn:microsoft.com/office/officeart/2016/7/layout/LinearArrowProcessNumbered" loCatId="process" qsTypeId="urn:microsoft.com/office/officeart/2005/8/quickstyle/simple1#9" qsCatId="simple" csTypeId="urn:microsoft.com/office/officeart/2005/8/colors/colorful2#3" csCatId="colorful"/>
      <dgm:spPr/>
      <dgm:t>
        <a:bodyPr/>
        <a:lstStyle/>
        <a:p>
          <a:endParaRPr lang="en-US"/>
        </a:p>
      </dgm:t>
    </dgm:pt>
    <dgm:pt modelId="{741515D9-AA69-4EE2-81F8-C163A3ADB730}">
      <dgm:prSet/>
      <dgm:spPr/>
      <dgm:t>
        <a:bodyPr/>
        <a:lstStyle/>
        <a:p>
          <a:r>
            <a:rPr lang="en-US"/>
            <a:t>Automate patient registration and appointments </a:t>
          </a:r>
        </a:p>
      </dgm:t>
    </dgm:pt>
    <dgm:pt modelId="{ACEBB554-80C9-4503-AE3F-0F6057E88B11}" type="parTrans" cxnId="{90949A68-CD3C-4717-95F8-62E882A96D3B}">
      <dgm:prSet/>
      <dgm:spPr/>
      <dgm:t>
        <a:bodyPr/>
        <a:lstStyle/>
        <a:p>
          <a:endParaRPr lang="en-US"/>
        </a:p>
      </dgm:t>
    </dgm:pt>
    <dgm:pt modelId="{C7D95896-7857-434D-BA51-86538A69E907}" type="sibTrans" cxnId="{90949A68-CD3C-4717-95F8-62E882A96D3B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4C0AA9C2-8807-4597-AF85-164CD089FCB5}">
      <dgm:prSet/>
      <dgm:spPr/>
      <dgm:t>
        <a:bodyPr/>
        <a:lstStyle/>
        <a:p>
          <a:r>
            <a:rPr lang="en-US"/>
            <a:t>Generate AI-assisted preliminary medical analysis </a:t>
          </a:r>
        </a:p>
      </dgm:t>
    </dgm:pt>
    <dgm:pt modelId="{D81F9752-F7DD-4B30-8B6B-FDCD444967D2}" type="parTrans" cxnId="{8435AE9D-ED74-43EF-A044-B4D48F96AEEE}">
      <dgm:prSet/>
      <dgm:spPr/>
      <dgm:t>
        <a:bodyPr/>
        <a:lstStyle/>
        <a:p>
          <a:endParaRPr lang="en-US"/>
        </a:p>
      </dgm:t>
    </dgm:pt>
    <dgm:pt modelId="{23016E4B-9F43-49F0-8BF6-69DCE76A26BE}" type="sibTrans" cxnId="{8435AE9D-ED74-43EF-A044-B4D48F96AEEE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9A4829A0-F000-4093-81A4-3FA88CA308C4}">
      <dgm:prSet/>
      <dgm:spPr/>
      <dgm:t>
        <a:bodyPr/>
        <a:lstStyle/>
        <a:p>
          <a:r>
            <a:rPr lang="en-US"/>
            <a:t>Support doctors with clinical recommendations </a:t>
          </a:r>
        </a:p>
      </dgm:t>
    </dgm:pt>
    <dgm:pt modelId="{20C595CF-6FB7-43A3-8883-0382AF25628F}" type="parTrans" cxnId="{E856B618-AB46-4EF4-9C4E-3B1EF2D5DA2E}">
      <dgm:prSet/>
      <dgm:spPr/>
      <dgm:t>
        <a:bodyPr/>
        <a:lstStyle/>
        <a:p>
          <a:endParaRPr lang="en-US"/>
        </a:p>
      </dgm:t>
    </dgm:pt>
    <dgm:pt modelId="{5B0F93AD-7421-4216-B837-21DBB1FA81FA}" type="sibTrans" cxnId="{E856B618-AB46-4EF4-9C4E-3B1EF2D5DA2E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0FDC2806-F6CA-4EDE-AC09-E028F1FD519F}">
      <dgm:prSet/>
      <dgm:spPr/>
      <dgm:t>
        <a:bodyPr/>
        <a:lstStyle/>
        <a:p>
          <a:r>
            <a:rPr lang="en-US"/>
            <a:t>Enable human approval before treatment </a:t>
          </a:r>
        </a:p>
      </dgm:t>
    </dgm:pt>
    <dgm:pt modelId="{B06D4257-5899-4486-A5DA-92325758D5DA}" type="parTrans" cxnId="{4106D3E1-9F70-4F62-82EE-4A47D8772F6F}">
      <dgm:prSet/>
      <dgm:spPr/>
      <dgm:t>
        <a:bodyPr/>
        <a:lstStyle/>
        <a:p>
          <a:endParaRPr lang="en-US"/>
        </a:p>
      </dgm:t>
    </dgm:pt>
    <dgm:pt modelId="{75DC88A5-C9A1-448F-9F43-1FF2623DCADF}" type="sibTrans" cxnId="{4106D3E1-9F70-4F62-82EE-4A47D8772F6F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5B6C63B6-1DDF-4B22-88AE-D0803A63FF8A}">
      <dgm:prSet/>
      <dgm:spPr/>
      <dgm:t>
        <a:bodyPr/>
        <a:lstStyle/>
        <a:p>
          <a:r>
            <a:rPr lang="en-US"/>
            <a:t>Automate hospital billing </a:t>
          </a:r>
        </a:p>
      </dgm:t>
    </dgm:pt>
    <dgm:pt modelId="{7D2414CD-4A89-4463-AD6A-DDBC1006F455}" type="parTrans" cxnId="{C398B404-064D-4A9C-8275-D472E1FB5230}">
      <dgm:prSet/>
      <dgm:spPr/>
      <dgm:t>
        <a:bodyPr/>
        <a:lstStyle/>
        <a:p>
          <a:endParaRPr lang="en-US"/>
        </a:p>
      </dgm:t>
    </dgm:pt>
    <dgm:pt modelId="{3F291BC5-4501-4B6C-B93F-799610D011B4}" type="sibTrans" cxnId="{C398B404-064D-4A9C-8275-D472E1FB5230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F3B79EA2-C28E-4537-8B69-F41314E9EA8D}">
      <dgm:prSet/>
      <dgm:spPr/>
      <dgm:t>
        <a:bodyPr/>
        <a:lstStyle/>
        <a:p>
          <a:r>
            <a:rPr lang="en-US"/>
            <a:t>Send automated email notifications </a:t>
          </a:r>
        </a:p>
      </dgm:t>
    </dgm:pt>
    <dgm:pt modelId="{241FA47E-F011-4BEF-B86D-25CBB0B987E9}" type="parTrans" cxnId="{6E97F6D6-091B-46A4-9306-644D397CE5BE}">
      <dgm:prSet/>
      <dgm:spPr/>
      <dgm:t>
        <a:bodyPr/>
        <a:lstStyle/>
        <a:p>
          <a:endParaRPr lang="en-US"/>
        </a:p>
      </dgm:t>
    </dgm:pt>
    <dgm:pt modelId="{69814401-D110-4C46-B1EF-6171D0D38E3F}" type="sibTrans" cxnId="{6E97F6D6-091B-46A4-9306-644D397CE5BE}">
      <dgm:prSet phldrT="6" phldr="0"/>
      <dgm:spPr/>
      <dgm:t>
        <a:bodyPr/>
        <a:lstStyle/>
        <a:p>
          <a:r>
            <a:rPr lang="en-US"/>
            <a:t>6</a:t>
          </a:r>
        </a:p>
      </dgm:t>
    </dgm:pt>
    <dgm:pt modelId="{0E2FA128-7C4F-4542-B5F9-0A7FA55C01A8}">
      <dgm:prSet/>
      <dgm:spPr/>
      <dgm:t>
        <a:bodyPr/>
        <a:lstStyle/>
        <a:p>
          <a:r>
            <a:rPr lang="en-US"/>
            <a:t>Improve patient engagement through reminders </a:t>
          </a:r>
        </a:p>
      </dgm:t>
    </dgm:pt>
    <dgm:pt modelId="{9DECB28D-D25C-4034-AF5A-EFD3A0DBB25C}" type="parTrans" cxnId="{B7580B9C-AF89-4322-A023-FE268FB4C1A8}">
      <dgm:prSet/>
      <dgm:spPr/>
      <dgm:t>
        <a:bodyPr/>
        <a:lstStyle/>
        <a:p>
          <a:endParaRPr lang="en-US"/>
        </a:p>
      </dgm:t>
    </dgm:pt>
    <dgm:pt modelId="{1710C1A3-9576-4402-87CF-3D9619A912F2}" type="sibTrans" cxnId="{B7580B9C-AF89-4322-A023-FE268FB4C1A8}">
      <dgm:prSet phldrT="7" phldr="0"/>
      <dgm:spPr/>
      <dgm:t>
        <a:bodyPr/>
        <a:lstStyle/>
        <a:p>
          <a:r>
            <a:rPr lang="en-US"/>
            <a:t>7</a:t>
          </a:r>
        </a:p>
      </dgm:t>
    </dgm:pt>
    <dgm:pt modelId="{DE45816A-7340-4B73-8D5F-AE51E84C5562}">
      <dgm:prSet/>
      <dgm:spPr/>
      <dgm:t>
        <a:bodyPr/>
        <a:lstStyle/>
        <a:p>
          <a:r>
            <a:rPr lang="en-US"/>
            <a:t>Maintain centralized digital records</a:t>
          </a:r>
        </a:p>
      </dgm:t>
    </dgm:pt>
    <dgm:pt modelId="{722759E4-E365-4439-BFCE-98A6EA491B7E}" type="parTrans" cxnId="{2315E677-B914-4B2D-A756-F78FCEFDB28C}">
      <dgm:prSet/>
      <dgm:spPr/>
      <dgm:t>
        <a:bodyPr/>
        <a:lstStyle/>
        <a:p>
          <a:endParaRPr lang="en-US"/>
        </a:p>
      </dgm:t>
    </dgm:pt>
    <dgm:pt modelId="{0466897C-4891-4D16-9405-70125A45AC58}" type="sibTrans" cxnId="{2315E677-B914-4B2D-A756-F78FCEFDB28C}">
      <dgm:prSet phldrT="8" phldr="0"/>
      <dgm:spPr/>
      <dgm:t>
        <a:bodyPr/>
        <a:lstStyle/>
        <a:p>
          <a:r>
            <a:rPr lang="en-US"/>
            <a:t>8</a:t>
          </a:r>
        </a:p>
      </dgm:t>
    </dgm:pt>
    <dgm:pt modelId="{FCC13E9C-54BB-45A5-9160-D66635A762DC}" type="pres">
      <dgm:prSet presAssocID="{4F2628B3-2417-494F-9AFF-68EECC670C15}" presName="linearFlow" presStyleCnt="0">
        <dgm:presLayoutVars>
          <dgm:dir/>
          <dgm:animLvl val="lvl"/>
          <dgm:resizeHandles val="exact"/>
        </dgm:presLayoutVars>
      </dgm:prSet>
      <dgm:spPr/>
    </dgm:pt>
    <dgm:pt modelId="{6D6C71B2-4160-4D40-B343-D599DCDD5FFC}" type="pres">
      <dgm:prSet presAssocID="{741515D9-AA69-4EE2-81F8-C163A3ADB730}" presName="compositeNode" presStyleCnt="0"/>
      <dgm:spPr/>
    </dgm:pt>
    <dgm:pt modelId="{2A5287F1-B0A0-48D7-AADF-1552B84497A0}" type="pres">
      <dgm:prSet presAssocID="{741515D9-AA69-4EE2-81F8-C163A3ADB730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F78B31F2-5B29-4CEE-8B43-B4DCDD54E413}" type="pres">
      <dgm:prSet presAssocID="{741515D9-AA69-4EE2-81F8-C163A3ADB730}" presName="parSh" presStyleCnt="0"/>
      <dgm:spPr/>
    </dgm:pt>
    <dgm:pt modelId="{FBF8A733-6CF2-415D-B79F-236157B3489A}" type="pres">
      <dgm:prSet presAssocID="{741515D9-AA69-4EE2-81F8-C163A3ADB730}" presName="lineNode" presStyleLbl="alignAccFollowNode1" presStyleIdx="0" presStyleCnt="24"/>
      <dgm:spPr/>
    </dgm:pt>
    <dgm:pt modelId="{E058A841-1B0E-4032-83AE-15144CBB5CBA}" type="pres">
      <dgm:prSet presAssocID="{741515D9-AA69-4EE2-81F8-C163A3ADB730}" presName="lineArrowNode" presStyleLbl="alignAccFollowNode1" presStyleIdx="1" presStyleCnt="24"/>
      <dgm:spPr/>
    </dgm:pt>
    <dgm:pt modelId="{78C0C086-4753-43D5-B160-B99A1C211A14}" type="pres">
      <dgm:prSet presAssocID="{C7D95896-7857-434D-BA51-86538A69E907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58D7B3CB-1627-49E5-840B-B2BA08AE7BC5}" type="pres">
      <dgm:prSet presAssocID="{C7D95896-7857-434D-BA51-86538A69E907}" presName="spacerBetweenCircleAndCallout" presStyleCnt="0">
        <dgm:presLayoutVars/>
      </dgm:prSet>
      <dgm:spPr/>
    </dgm:pt>
    <dgm:pt modelId="{8D25F009-7689-444A-BAE2-5419E94E0C62}" type="pres">
      <dgm:prSet presAssocID="{741515D9-AA69-4EE2-81F8-C163A3ADB730}" presName="nodeText" presStyleLbl="alignAccFollowNode1" presStyleIdx="2" presStyleCnt="24">
        <dgm:presLayoutVars>
          <dgm:bulletEnabled val="1"/>
        </dgm:presLayoutVars>
      </dgm:prSet>
      <dgm:spPr/>
    </dgm:pt>
    <dgm:pt modelId="{794A858E-511C-481C-9391-71ACBA915C38}" type="pres">
      <dgm:prSet presAssocID="{C7D95896-7857-434D-BA51-86538A69E907}" presName="sibTransComposite" presStyleCnt="0"/>
      <dgm:spPr/>
    </dgm:pt>
    <dgm:pt modelId="{E1497DAB-7B73-431E-9894-BD5165BED3F5}" type="pres">
      <dgm:prSet presAssocID="{4C0AA9C2-8807-4597-AF85-164CD089FCB5}" presName="compositeNode" presStyleCnt="0"/>
      <dgm:spPr/>
    </dgm:pt>
    <dgm:pt modelId="{888995D0-071B-4ED7-A407-AAC9E8E8143C}" type="pres">
      <dgm:prSet presAssocID="{4C0AA9C2-8807-4597-AF85-164CD089FCB5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5D44F26B-A779-452C-A534-0EBB977DD18F}" type="pres">
      <dgm:prSet presAssocID="{4C0AA9C2-8807-4597-AF85-164CD089FCB5}" presName="parSh" presStyleCnt="0"/>
      <dgm:spPr/>
    </dgm:pt>
    <dgm:pt modelId="{D1B7E9BF-2694-4106-B5B1-1A06120874C8}" type="pres">
      <dgm:prSet presAssocID="{4C0AA9C2-8807-4597-AF85-164CD089FCB5}" presName="lineNode" presStyleLbl="alignAccFollowNode1" presStyleIdx="3" presStyleCnt="24"/>
      <dgm:spPr/>
    </dgm:pt>
    <dgm:pt modelId="{96609894-091F-436D-A29B-244A57A678A6}" type="pres">
      <dgm:prSet presAssocID="{4C0AA9C2-8807-4597-AF85-164CD089FCB5}" presName="lineArrowNode" presStyleLbl="alignAccFollowNode1" presStyleIdx="4" presStyleCnt="24"/>
      <dgm:spPr/>
    </dgm:pt>
    <dgm:pt modelId="{DB3183A5-7391-4D6F-B01D-A364AB53EC70}" type="pres">
      <dgm:prSet presAssocID="{23016E4B-9F43-49F0-8BF6-69DCE76A26BE}" presName="sibTransNodeCircle" presStyleLbl="alignNode1" presStyleIdx="1" presStyleCnt="8">
        <dgm:presLayoutVars>
          <dgm:chMax val="0"/>
          <dgm:bulletEnabled/>
        </dgm:presLayoutVars>
      </dgm:prSet>
      <dgm:spPr/>
    </dgm:pt>
    <dgm:pt modelId="{4C1D83DE-2890-469E-B6EF-B91D19E0E6F4}" type="pres">
      <dgm:prSet presAssocID="{23016E4B-9F43-49F0-8BF6-69DCE76A26BE}" presName="spacerBetweenCircleAndCallout" presStyleCnt="0">
        <dgm:presLayoutVars/>
      </dgm:prSet>
      <dgm:spPr/>
    </dgm:pt>
    <dgm:pt modelId="{6BF7A781-977C-4227-B3DE-A664F7B13888}" type="pres">
      <dgm:prSet presAssocID="{4C0AA9C2-8807-4597-AF85-164CD089FCB5}" presName="nodeText" presStyleLbl="alignAccFollowNode1" presStyleIdx="5" presStyleCnt="24">
        <dgm:presLayoutVars>
          <dgm:bulletEnabled val="1"/>
        </dgm:presLayoutVars>
      </dgm:prSet>
      <dgm:spPr/>
    </dgm:pt>
    <dgm:pt modelId="{38DADE31-C2A7-4EFC-89D6-8370E0ED15BB}" type="pres">
      <dgm:prSet presAssocID="{23016E4B-9F43-49F0-8BF6-69DCE76A26BE}" presName="sibTransComposite" presStyleCnt="0"/>
      <dgm:spPr/>
    </dgm:pt>
    <dgm:pt modelId="{42B22400-8C3B-4F44-8C4B-2A9EA54A2E20}" type="pres">
      <dgm:prSet presAssocID="{9A4829A0-F000-4093-81A4-3FA88CA308C4}" presName="compositeNode" presStyleCnt="0"/>
      <dgm:spPr/>
    </dgm:pt>
    <dgm:pt modelId="{511C40CC-DDC5-402A-91FA-A02A54EBAA8C}" type="pres">
      <dgm:prSet presAssocID="{9A4829A0-F000-4093-81A4-3FA88CA308C4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18F0DDA3-5905-4EF5-BFB4-9F82E9837A05}" type="pres">
      <dgm:prSet presAssocID="{9A4829A0-F000-4093-81A4-3FA88CA308C4}" presName="parSh" presStyleCnt="0"/>
      <dgm:spPr/>
    </dgm:pt>
    <dgm:pt modelId="{49BDD952-CB4D-40AD-9131-F013BD3A89A4}" type="pres">
      <dgm:prSet presAssocID="{9A4829A0-F000-4093-81A4-3FA88CA308C4}" presName="lineNode" presStyleLbl="alignAccFollowNode1" presStyleIdx="6" presStyleCnt="24"/>
      <dgm:spPr/>
    </dgm:pt>
    <dgm:pt modelId="{511A0BFB-92FA-4753-9557-203DF4343358}" type="pres">
      <dgm:prSet presAssocID="{9A4829A0-F000-4093-81A4-3FA88CA308C4}" presName="lineArrowNode" presStyleLbl="alignAccFollowNode1" presStyleIdx="7" presStyleCnt="24"/>
      <dgm:spPr/>
    </dgm:pt>
    <dgm:pt modelId="{381752A7-ECAF-4D96-A2AB-09C9D64650ED}" type="pres">
      <dgm:prSet presAssocID="{5B0F93AD-7421-4216-B837-21DBB1FA81FA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15B89826-10A6-4153-9D34-4081DE245A38}" type="pres">
      <dgm:prSet presAssocID="{5B0F93AD-7421-4216-B837-21DBB1FA81FA}" presName="spacerBetweenCircleAndCallout" presStyleCnt="0">
        <dgm:presLayoutVars/>
      </dgm:prSet>
      <dgm:spPr/>
    </dgm:pt>
    <dgm:pt modelId="{271042E3-1BD6-45B0-BE09-E5B2B515A64E}" type="pres">
      <dgm:prSet presAssocID="{9A4829A0-F000-4093-81A4-3FA88CA308C4}" presName="nodeText" presStyleLbl="alignAccFollowNode1" presStyleIdx="8" presStyleCnt="24">
        <dgm:presLayoutVars>
          <dgm:bulletEnabled val="1"/>
        </dgm:presLayoutVars>
      </dgm:prSet>
      <dgm:spPr/>
    </dgm:pt>
    <dgm:pt modelId="{31390A06-D629-42BC-8F2B-49F31B7D635C}" type="pres">
      <dgm:prSet presAssocID="{5B0F93AD-7421-4216-B837-21DBB1FA81FA}" presName="sibTransComposite" presStyleCnt="0"/>
      <dgm:spPr/>
    </dgm:pt>
    <dgm:pt modelId="{67FE0D30-86D5-4205-AA2B-CAA1FB5D58F3}" type="pres">
      <dgm:prSet presAssocID="{0FDC2806-F6CA-4EDE-AC09-E028F1FD519F}" presName="compositeNode" presStyleCnt="0"/>
      <dgm:spPr/>
    </dgm:pt>
    <dgm:pt modelId="{18D7F9B2-CE21-4268-BBAE-1DCF6A0A3C21}" type="pres">
      <dgm:prSet presAssocID="{0FDC2806-F6CA-4EDE-AC09-E028F1FD519F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90364824-14E0-4E93-8BCC-34A239C3D4D3}" type="pres">
      <dgm:prSet presAssocID="{0FDC2806-F6CA-4EDE-AC09-E028F1FD519F}" presName="parSh" presStyleCnt="0"/>
      <dgm:spPr/>
    </dgm:pt>
    <dgm:pt modelId="{7C1275AA-AC80-49A3-947F-6E9529DE3ADA}" type="pres">
      <dgm:prSet presAssocID="{0FDC2806-F6CA-4EDE-AC09-E028F1FD519F}" presName="lineNode" presStyleLbl="alignAccFollowNode1" presStyleIdx="9" presStyleCnt="24"/>
      <dgm:spPr/>
    </dgm:pt>
    <dgm:pt modelId="{74CDA04F-6538-46AE-9146-B92C246A01A9}" type="pres">
      <dgm:prSet presAssocID="{0FDC2806-F6CA-4EDE-AC09-E028F1FD519F}" presName="lineArrowNode" presStyleLbl="alignAccFollowNode1" presStyleIdx="10" presStyleCnt="24"/>
      <dgm:spPr/>
    </dgm:pt>
    <dgm:pt modelId="{E4749602-A9BE-4CA5-AD07-42130527F2DE}" type="pres">
      <dgm:prSet presAssocID="{75DC88A5-C9A1-448F-9F43-1FF2623DCADF}" presName="sibTransNodeCircle" presStyleLbl="alignNode1" presStyleIdx="3" presStyleCnt="8">
        <dgm:presLayoutVars>
          <dgm:chMax val="0"/>
          <dgm:bulletEnabled/>
        </dgm:presLayoutVars>
      </dgm:prSet>
      <dgm:spPr/>
    </dgm:pt>
    <dgm:pt modelId="{38AF734C-B802-43F8-9875-033AFC9C11C2}" type="pres">
      <dgm:prSet presAssocID="{75DC88A5-C9A1-448F-9F43-1FF2623DCADF}" presName="spacerBetweenCircleAndCallout" presStyleCnt="0">
        <dgm:presLayoutVars/>
      </dgm:prSet>
      <dgm:spPr/>
    </dgm:pt>
    <dgm:pt modelId="{BC1840D6-2B26-4387-BE0A-C709DA1CB007}" type="pres">
      <dgm:prSet presAssocID="{0FDC2806-F6CA-4EDE-AC09-E028F1FD519F}" presName="nodeText" presStyleLbl="alignAccFollowNode1" presStyleIdx="11" presStyleCnt="24">
        <dgm:presLayoutVars>
          <dgm:bulletEnabled val="1"/>
        </dgm:presLayoutVars>
      </dgm:prSet>
      <dgm:spPr/>
    </dgm:pt>
    <dgm:pt modelId="{C81803D3-C5C9-4993-B6F9-3887D479C68A}" type="pres">
      <dgm:prSet presAssocID="{75DC88A5-C9A1-448F-9F43-1FF2623DCADF}" presName="sibTransComposite" presStyleCnt="0"/>
      <dgm:spPr/>
    </dgm:pt>
    <dgm:pt modelId="{496DA2EC-BD86-4310-8538-2ADE0C0851D3}" type="pres">
      <dgm:prSet presAssocID="{5B6C63B6-1DDF-4B22-88AE-D0803A63FF8A}" presName="compositeNode" presStyleCnt="0"/>
      <dgm:spPr/>
    </dgm:pt>
    <dgm:pt modelId="{915688AD-219F-4931-9258-3C5264A324C7}" type="pres">
      <dgm:prSet presAssocID="{5B6C63B6-1DDF-4B22-88AE-D0803A63FF8A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BA3BF059-2F4F-44F9-9806-F1B1030AE640}" type="pres">
      <dgm:prSet presAssocID="{5B6C63B6-1DDF-4B22-88AE-D0803A63FF8A}" presName="parSh" presStyleCnt="0"/>
      <dgm:spPr/>
    </dgm:pt>
    <dgm:pt modelId="{24652143-B0C2-4A2F-BBAD-501859C19A10}" type="pres">
      <dgm:prSet presAssocID="{5B6C63B6-1DDF-4B22-88AE-D0803A63FF8A}" presName="lineNode" presStyleLbl="alignAccFollowNode1" presStyleIdx="12" presStyleCnt="24"/>
      <dgm:spPr/>
    </dgm:pt>
    <dgm:pt modelId="{8284CFE3-06EB-402D-A217-B007985BF4D4}" type="pres">
      <dgm:prSet presAssocID="{5B6C63B6-1DDF-4B22-88AE-D0803A63FF8A}" presName="lineArrowNode" presStyleLbl="alignAccFollowNode1" presStyleIdx="13" presStyleCnt="24"/>
      <dgm:spPr/>
    </dgm:pt>
    <dgm:pt modelId="{1A54BC31-8BEC-4EE7-8726-A01569FBFBCE}" type="pres">
      <dgm:prSet presAssocID="{3F291BC5-4501-4B6C-B93F-799610D011B4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3D758D33-C5F1-4BD3-A11D-E2EC24862EE4}" type="pres">
      <dgm:prSet presAssocID="{3F291BC5-4501-4B6C-B93F-799610D011B4}" presName="spacerBetweenCircleAndCallout" presStyleCnt="0">
        <dgm:presLayoutVars/>
      </dgm:prSet>
      <dgm:spPr/>
    </dgm:pt>
    <dgm:pt modelId="{F2F21F67-8B43-4538-B47D-C0D586E47624}" type="pres">
      <dgm:prSet presAssocID="{5B6C63B6-1DDF-4B22-88AE-D0803A63FF8A}" presName="nodeText" presStyleLbl="alignAccFollowNode1" presStyleIdx="14" presStyleCnt="24">
        <dgm:presLayoutVars>
          <dgm:bulletEnabled val="1"/>
        </dgm:presLayoutVars>
      </dgm:prSet>
      <dgm:spPr/>
    </dgm:pt>
    <dgm:pt modelId="{A8C7353B-2DF2-4469-A0AB-529AEB01603B}" type="pres">
      <dgm:prSet presAssocID="{3F291BC5-4501-4B6C-B93F-799610D011B4}" presName="sibTransComposite" presStyleCnt="0"/>
      <dgm:spPr/>
    </dgm:pt>
    <dgm:pt modelId="{0EB15717-DA13-47FC-9029-F4BEC56830A3}" type="pres">
      <dgm:prSet presAssocID="{F3B79EA2-C28E-4537-8B69-F41314E9EA8D}" presName="compositeNode" presStyleCnt="0"/>
      <dgm:spPr/>
    </dgm:pt>
    <dgm:pt modelId="{ABF35A3E-0E5F-4DA8-BF9A-414330218005}" type="pres">
      <dgm:prSet presAssocID="{F3B79EA2-C28E-4537-8B69-F41314E9EA8D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17B05760-B39A-45AB-AEF3-25A2F5980ECA}" type="pres">
      <dgm:prSet presAssocID="{F3B79EA2-C28E-4537-8B69-F41314E9EA8D}" presName="parSh" presStyleCnt="0"/>
      <dgm:spPr/>
    </dgm:pt>
    <dgm:pt modelId="{8CDA91BC-58CC-4ADE-975F-973AA22446B1}" type="pres">
      <dgm:prSet presAssocID="{F3B79EA2-C28E-4537-8B69-F41314E9EA8D}" presName="lineNode" presStyleLbl="alignAccFollowNode1" presStyleIdx="15" presStyleCnt="24"/>
      <dgm:spPr/>
    </dgm:pt>
    <dgm:pt modelId="{2F7B384E-83D7-4EA4-ABAF-B60A3F5390F6}" type="pres">
      <dgm:prSet presAssocID="{F3B79EA2-C28E-4537-8B69-F41314E9EA8D}" presName="lineArrowNode" presStyleLbl="alignAccFollowNode1" presStyleIdx="16" presStyleCnt="24"/>
      <dgm:spPr/>
    </dgm:pt>
    <dgm:pt modelId="{26C5B67F-CB62-44AF-A3C3-DC7364F9C202}" type="pres">
      <dgm:prSet presAssocID="{69814401-D110-4C46-B1EF-6171D0D38E3F}" presName="sibTransNodeCircle" presStyleLbl="alignNode1" presStyleIdx="5" presStyleCnt="8">
        <dgm:presLayoutVars>
          <dgm:chMax val="0"/>
          <dgm:bulletEnabled/>
        </dgm:presLayoutVars>
      </dgm:prSet>
      <dgm:spPr/>
    </dgm:pt>
    <dgm:pt modelId="{8089D516-4C82-4693-8131-C553430294D2}" type="pres">
      <dgm:prSet presAssocID="{69814401-D110-4C46-B1EF-6171D0D38E3F}" presName="spacerBetweenCircleAndCallout" presStyleCnt="0">
        <dgm:presLayoutVars/>
      </dgm:prSet>
      <dgm:spPr/>
    </dgm:pt>
    <dgm:pt modelId="{88028282-56B1-4297-8BEB-7F7E7C164070}" type="pres">
      <dgm:prSet presAssocID="{F3B79EA2-C28E-4537-8B69-F41314E9EA8D}" presName="nodeText" presStyleLbl="alignAccFollowNode1" presStyleIdx="17" presStyleCnt="24">
        <dgm:presLayoutVars>
          <dgm:bulletEnabled val="1"/>
        </dgm:presLayoutVars>
      </dgm:prSet>
      <dgm:spPr/>
    </dgm:pt>
    <dgm:pt modelId="{4F4C0AF2-9BC0-4F94-901A-D1FE9646BA79}" type="pres">
      <dgm:prSet presAssocID="{69814401-D110-4C46-B1EF-6171D0D38E3F}" presName="sibTransComposite" presStyleCnt="0"/>
      <dgm:spPr/>
    </dgm:pt>
    <dgm:pt modelId="{89CA5F17-5A77-4F1E-AC3F-90A3159CF17A}" type="pres">
      <dgm:prSet presAssocID="{0E2FA128-7C4F-4542-B5F9-0A7FA55C01A8}" presName="compositeNode" presStyleCnt="0"/>
      <dgm:spPr/>
    </dgm:pt>
    <dgm:pt modelId="{8D3E8C3F-5167-48BA-A887-0A7AE08068E7}" type="pres">
      <dgm:prSet presAssocID="{0E2FA128-7C4F-4542-B5F9-0A7FA55C01A8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55170035-91BC-49A2-8AC5-47AD0D8D7482}" type="pres">
      <dgm:prSet presAssocID="{0E2FA128-7C4F-4542-B5F9-0A7FA55C01A8}" presName="parSh" presStyleCnt="0"/>
      <dgm:spPr/>
    </dgm:pt>
    <dgm:pt modelId="{C2861538-A758-4CCC-9ABC-DEF7E1CE79C2}" type="pres">
      <dgm:prSet presAssocID="{0E2FA128-7C4F-4542-B5F9-0A7FA55C01A8}" presName="lineNode" presStyleLbl="alignAccFollowNode1" presStyleIdx="18" presStyleCnt="24"/>
      <dgm:spPr/>
    </dgm:pt>
    <dgm:pt modelId="{6A96C92E-E6EA-45BB-9B2A-E262AE26FD5F}" type="pres">
      <dgm:prSet presAssocID="{0E2FA128-7C4F-4542-B5F9-0A7FA55C01A8}" presName="lineArrowNode" presStyleLbl="alignAccFollowNode1" presStyleIdx="19" presStyleCnt="24"/>
      <dgm:spPr/>
    </dgm:pt>
    <dgm:pt modelId="{D68BD9C1-BAE4-4A66-8CE0-B977E9217F6A}" type="pres">
      <dgm:prSet presAssocID="{1710C1A3-9576-4402-87CF-3D9619A912F2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B94E854D-D2F7-4837-A236-EB80B4E65B4B}" type="pres">
      <dgm:prSet presAssocID="{1710C1A3-9576-4402-87CF-3D9619A912F2}" presName="spacerBetweenCircleAndCallout" presStyleCnt="0">
        <dgm:presLayoutVars/>
      </dgm:prSet>
      <dgm:spPr/>
    </dgm:pt>
    <dgm:pt modelId="{847A457E-0C3F-4C8C-928A-5494E55BAE81}" type="pres">
      <dgm:prSet presAssocID="{0E2FA128-7C4F-4542-B5F9-0A7FA55C01A8}" presName="nodeText" presStyleLbl="alignAccFollowNode1" presStyleIdx="20" presStyleCnt="24">
        <dgm:presLayoutVars>
          <dgm:bulletEnabled val="1"/>
        </dgm:presLayoutVars>
      </dgm:prSet>
      <dgm:spPr/>
    </dgm:pt>
    <dgm:pt modelId="{AFF44831-E53A-4A10-A012-299035663057}" type="pres">
      <dgm:prSet presAssocID="{1710C1A3-9576-4402-87CF-3D9619A912F2}" presName="sibTransComposite" presStyleCnt="0"/>
      <dgm:spPr/>
    </dgm:pt>
    <dgm:pt modelId="{D7A89F2C-6618-4D2F-9FBE-678D21C8DCEE}" type="pres">
      <dgm:prSet presAssocID="{DE45816A-7340-4B73-8D5F-AE51E84C5562}" presName="compositeNode" presStyleCnt="0"/>
      <dgm:spPr/>
    </dgm:pt>
    <dgm:pt modelId="{AE769D9F-348D-4AC4-B20B-D6F24D472D85}" type="pres">
      <dgm:prSet presAssocID="{DE45816A-7340-4B73-8D5F-AE51E84C5562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C17948C8-D956-4290-B69D-90C7C4C65EAC}" type="pres">
      <dgm:prSet presAssocID="{DE45816A-7340-4B73-8D5F-AE51E84C5562}" presName="parSh" presStyleCnt="0"/>
      <dgm:spPr/>
    </dgm:pt>
    <dgm:pt modelId="{60C25570-E0A0-42C9-8F47-D2BB03785CE2}" type="pres">
      <dgm:prSet presAssocID="{DE45816A-7340-4B73-8D5F-AE51E84C5562}" presName="lineNode" presStyleLbl="alignAccFollowNode1" presStyleIdx="21" presStyleCnt="24"/>
      <dgm:spPr/>
    </dgm:pt>
    <dgm:pt modelId="{00E4DE6A-7AEF-4230-A1FA-AE3A7D01A56B}" type="pres">
      <dgm:prSet presAssocID="{DE45816A-7340-4B73-8D5F-AE51E84C5562}" presName="lineArrowNode" presStyleLbl="alignAccFollowNode1" presStyleIdx="22" presStyleCnt="24"/>
      <dgm:spPr/>
    </dgm:pt>
    <dgm:pt modelId="{F8EDD439-3E1C-4C41-9928-8604838B2A7B}" type="pres">
      <dgm:prSet presAssocID="{0466897C-4891-4D16-9405-70125A45AC58}" presName="sibTransNodeCircle" presStyleLbl="alignNode1" presStyleIdx="7" presStyleCnt="8">
        <dgm:presLayoutVars>
          <dgm:chMax val="0"/>
          <dgm:bulletEnabled/>
        </dgm:presLayoutVars>
      </dgm:prSet>
      <dgm:spPr/>
    </dgm:pt>
    <dgm:pt modelId="{86D464D5-DC33-429A-BA6C-21BC32DCB84E}" type="pres">
      <dgm:prSet presAssocID="{0466897C-4891-4D16-9405-70125A45AC58}" presName="spacerBetweenCircleAndCallout" presStyleCnt="0">
        <dgm:presLayoutVars/>
      </dgm:prSet>
      <dgm:spPr/>
    </dgm:pt>
    <dgm:pt modelId="{D36CEC25-3469-49D2-B7D2-F2737C401BA7}" type="pres">
      <dgm:prSet presAssocID="{DE45816A-7340-4B73-8D5F-AE51E84C5562}" presName="nodeText" presStyleLbl="alignAccFollowNode1" presStyleIdx="23" presStyleCnt="24">
        <dgm:presLayoutVars>
          <dgm:bulletEnabled val="1"/>
        </dgm:presLayoutVars>
      </dgm:prSet>
      <dgm:spPr/>
    </dgm:pt>
  </dgm:ptLst>
  <dgm:cxnLst>
    <dgm:cxn modelId="{E39FC501-FD0C-434C-A328-71C473512217}" type="presOf" srcId="{741515D9-AA69-4EE2-81F8-C163A3ADB730}" destId="{8D25F009-7689-444A-BAE2-5419E94E0C62}" srcOrd="0" destOrd="0" presId="urn:microsoft.com/office/officeart/2016/7/layout/LinearArrowProcessNumbered"/>
    <dgm:cxn modelId="{2E0D5702-9128-47FA-96DC-32CC756F613E}" type="presOf" srcId="{0466897C-4891-4D16-9405-70125A45AC58}" destId="{F8EDD439-3E1C-4C41-9928-8604838B2A7B}" srcOrd="0" destOrd="0" presId="urn:microsoft.com/office/officeart/2016/7/layout/LinearArrowProcessNumbered"/>
    <dgm:cxn modelId="{C398B404-064D-4A9C-8275-D472E1FB5230}" srcId="{4F2628B3-2417-494F-9AFF-68EECC670C15}" destId="{5B6C63B6-1DDF-4B22-88AE-D0803A63FF8A}" srcOrd="4" destOrd="0" parTransId="{7D2414CD-4A89-4463-AD6A-DDBC1006F455}" sibTransId="{3F291BC5-4501-4B6C-B93F-799610D011B4}"/>
    <dgm:cxn modelId="{C234BE08-C646-40C6-83D1-7CD3248F8F51}" type="presOf" srcId="{9A4829A0-F000-4093-81A4-3FA88CA308C4}" destId="{271042E3-1BD6-45B0-BE09-E5B2B515A64E}" srcOrd="0" destOrd="0" presId="urn:microsoft.com/office/officeart/2016/7/layout/LinearArrowProcessNumbered"/>
    <dgm:cxn modelId="{E856B618-AB46-4EF4-9C4E-3B1EF2D5DA2E}" srcId="{4F2628B3-2417-494F-9AFF-68EECC670C15}" destId="{9A4829A0-F000-4093-81A4-3FA88CA308C4}" srcOrd="2" destOrd="0" parTransId="{20C595CF-6FB7-43A3-8883-0382AF25628F}" sibTransId="{5B0F93AD-7421-4216-B837-21DBB1FA81FA}"/>
    <dgm:cxn modelId="{513BD72B-FACC-4794-9505-56025D1C535F}" type="presOf" srcId="{4F2628B3-2417-494F-9AFF-68EECC670C15}" destId="{FCC13E9C-54BB-45A5-9160-D66635A762DC}" srcOrd="0" destOrd="0" presId="urn:microsoft.com/office/officeart/2016/7/layout/LinearArrowProcessNumbered"/>
    <dgm:cxn modelId="{76A49C32-4C7B-49E0-8474-BC12E6CB68D5}" type="presOf" srcId="{4C0AA9C2-8807-4597-AF85-164CD089FCB5}" destId="{6BF7A781-977C-4227-B3DE-A664F7B13888}" srcOrd="0" destOrd="0" presId="urn:microsoft.com/office/officeart/2016/7/layout/LinearArrowProcessNumbered"/>
    <dgm:cxn modelId="{79457467-92B8-4FEA-97A9-627A27685D04}" type="presOf" srcId="{3F291BC5-4501-4B6C-B93F-799610D011B4}" destId="{1A54BC31-8BEC-4EE7-8726-A01569FBFBCE}" srcOrd="0" destOrd="0" presId="urn:microsoft.com/office/officeart/2016/7/layout/LinearArrowProcessNumbered"/>
    <dgm:cxn modelId="{90949A68-CD3C-4717-95F8-62E882A96D3B}" srcId="{4F2628B3-2417-494F-9AFF-68EECC670C15}" destId="{741515D9-AA69-4EE2-81F8-C163A3ADB730}" srcOrd="0" destOrd="0" parTransId="{ACEBB554-80C9-4503-AE3F-0F6057E88B11}" sibTransId="{C7D95896-7857-434D-BA51-86538A69E907}"/>
    <dgm:cxn modelId="{62BC8D72-906A-4AA5-9009-2B100924DDE4}" type="presOf" srcId="{75DC88A5-C9A1-448F-9F43-1FF2623DCADF}" destId="{E4749602-A9BE-4CA5-AD07-42130527F2DE}" srcOrd="0" destOrd="0" presId="urn:microsoft.com/office/officeart/2016/7/layout/LinearArrowProcessNumbered"/>
    <dgm:cxn modelId="{6ECD0F56-3951-4968-8D3C-884584D293CB}" type="presOf" srcId="{F3B79EA2-C28E-4537-8B69-F41314E9EA8D}" destId="{88028282-56B1-4297-8BEB-7F7E7C164070}" srcOrd="0" destOrd="0" presId="urn:microsoft.com/office/officeart/2016/7/layout/LinearArrowProcessNumbered"/>
    <dgm:cxn modelId="{2D536856-78F5-4664-8B59-BD32BCBA31B2}" type="presOf" srcId="{C7D95896-7857-434D-BA51-86538A69E907}" destId="{78C0C086-4753-43D5-B160-B99A1C211A14}" srcOrd="0" destOrd="0" presId="urn:microsoft.com/office/officeart/2016/7/layout/LinearArrowProcessNumbered"/>
    <dgm:cxn modelId="{1E600D57-9E7A-4B43-8D22-F63957DA3D60}" type="presOf" srcId="{1710C1A3-9576-4402-87CF-3D9619A912F2}" destId="{D68BD9C1-BAE4-4A66-8CE0-B977E9217F6A}" srcOrd="0" destOrd="0" presId="urn:microsoft.com/office/officeart/2016/7/layout/LinearArrowProcessNumbered"/>
    <dgm:cxn modelId="{2315E677-B914-4B2D-A756-F78FCEFDB28C}" srcId="{4F2628B3-2417-494F-9AFF-68EECC670C15}" destId="{DE45816A-7340-4B73-8D5F-AE51E84C5562}" srcOrd="7" destOrd="0" parTransId="{722759E4-E365-4439-BFCE-98A6EA491B7E}" sibTransId="{0466897C-4891-4D16-9405-70125A45AC58}"/>
    <dgm:cxn modelId="{D940D489-2D80-4C5C-A912-8ED6F3E7584B}" type="presOf" srcId="{0FDC2806-F6CA-4EDE-AC09-E028F1FD519F}" destId="{BC1840D6-2B26-4387-BE0A-C709DA1CB007}" srcOrd="0" destOrd="0" presId="urn:microsoft.com/office/officeart/2016/7/layout/LinearArrowProcessNumbered"/>
    <dgm:cxn modelId="{A1A59199-4B2F-4B04-B2EB-3190540999FD}" type="presOf" srcId="{23016E4B-9F43-49F0-8BF6-69DCE76A26BE}" destId="{DB3183A5-7391-4D6F-B01D-A364AB53EC70}" srcOrd="0" destOrd="0" presId="urn:microsoft.com/office/officeart/2016/7/layout/LinearArrowProcessNumbered"/>
    <dgm:cxn modelId="{B7580B9C-AF89-4322-A023-FE268FB4C1A8}" srcId="{4F2628B3-2417-494F-9AFF-68EECC670C15}" destId="{0E2FA128-7C4F-4542-B5F9-0A7FA55C01A8}" srcOrd="6" destOrd="0" parTransId="{9DECB28D-D25C-4034-AF5A-EFD3A0DBB25C}" sibTransId="{1710C1A3-9576-4402-87CF-3D9619A912F2}"/>
    <dgm:cxn modelId="{8435AE9D-ED74-43EF-A044-B4D48F96AEEE}" srcId="{4F2628B3-2417-494F-9AFF-68EECC670C15}" destId="{4C0AA9C2-8807-4597-AF85-164CD089FCB5}" srcOrd="1" destOrd="0" parTransId="{D81F9752-F7DD-4B30-8B6B-FDCD444967D2}" sibTransId="{23016E4B-9F43-49F0-8BF6-69DCE76A26BE}"/>
    <dgm:cxn modelId="{47F58C9E-D06E-47E5-8E90-9DAD99420048}" type="presOf" srcId="{5B0F93AD-7421-4216-B837-21DBB1FA81FA}" destId="{381752A7-ECAF-4D96-A2AB-09C9D64650ED}" srcOrd="0" destOrd="0" presId="urn:microsoft.com/office/officeart/2016/7/layout/LinearArrowProcessNumbered"/>
    <dgm:cxn modelId="{3474AFAC-B123-4F79-B469-477AFF34EB28}" type="presOf" srcId="{5B6C63B6-1DDF-4B22-88AE-D0803A63FF8A}" destId="{F2F21F67-8B43-4538-B47D-C0D586E47624}" srcOrd="0" destOrd="0" presId="urn:microsoft.com/office/officeart/2016/7/layout/LinearArrowProcessNumbered"/>
    <dgm:cxn modelId="{463409B5-36DC-4E63-8B60-9CC84946C089}" type="presOf" srcId="{69814401-D110-4C46-B1EF-6171D0D38E3F}" destId="{26C5B67F-CB62-44AF-A3C3-DC7364F9C202}" srcOrd="0" destOrd="0" presId="urn:microsoft.com/office/officeart/2016/7/layout/LinearArrowProcessNumbered"/>
    <dgm:cxn modelId="{6E97F6D6-091B-46A4-9306-644D397CE5BE}" srcId="{4F2628B3-2417-494F-9AFF-68EECC670C15}" destId="{F3B79EA2-C28E-4537-8B69-F41314E9EA8D}" srcOrd="5" destOrd="0" parTransId="{241FA47E-F011-4BEF-B86D-25CBB0B987E9}" sibTransId="{69814401-D110-4C46-B1EF-6171D0D38E3F}"/>
    <dgm:cxn modelId="{4106D3E1-9F70-4F62-82EE-4A47D8772F6F}" srcId="{4F2628B3-2417-494F-9AFF-68EECC670C15}" destId="{0FDC2806-F6CA-4EDE-AC09-E028F1FD519F}" srcOrd="3" destOrd="0" parTransId="{B06D4257-5899-4486-A5DA-92325758D5DA}" sibTransId="{75DC88A5-C9A1-448F-9F43-1FF2623DCADF}"/>
    <dgm:cxn modelId="{43FD07E3-AD9A-4090-B219-085265C9598E}" type="presOf" srcId="{0E2FA128-7C4F-4542-B5F9-0A7FA55C01A8}" destId="{847A457E-0C3F-4C8C-928A-5494E55BAE81}" srcOrd="0" destOrd="0" presId="urn:microsoft.com/office/officeart/2016/7/layout/LinearArrowProcessNumbered"/>
    <dgm:cxn modelId="{9353FCEB-BA23-49BB-9071-D1CF27C42EE9}" type="presOf" srcId="{DE45816A-7340-4B73-8D5F-AE51E84C5562}" destId="{D36CEC25-3469-49D2-B7D2-F2737C401BA7}" srcOrd="0" destOrd="0" presId="urn:microsoft.com/office/officeart/2016/7/layout/LinearArrowProcessNumbered"/>
    <dgm:cxn modelId="{CF231845-C356-47E5-8199-9EE51CF46819}" type="presParOf" srcId="{FCC13E9C-54BB-45A5-9160-D66635A762DC}" destId="{6D6C71B2-4160-4D40-B343-D599DCDD5FFC}" srcOrd="0" destOrd="0" presId="urn:microsoft.com/office/officeart/2016/7/layout/LinearArrowProcessNumbered"/>
    <dgm:cxn modelId="{BA571BF7-6552-4753-B9AA-5F1728C81EE9}" type="presParOf" srcId="{6D6C71B2-4160-4D40-B343-D599DCDD5FFC}" destId="{2A5287F1-B0A0-48D7-AADF-1552B84497A0}" srcOrd="0" destOrd="0" presId="urn:microsoft.com/office/officeart/2016/7/layout/LinearArrowProcessNumbered"/>
    <dgm:cxn modelId="{6BB608D5-7749-4CF4-897B-C95D35F1C01F}" type="presParOf" srcId="{6D6C71B2-4160-4D40-B343-D599DCDD5FFC}" destId="{F78B31F2-5B29-4CEE-8B43-B4DCDD54E413}" srcOrd="1" destOrd="0" presId="urn:microsoft.com/office/officeart/2016/7/layout/LinearArrowProcessNumbered"/>
    <dgm:cxn modelId="{C2061D4A-0858-4E81-9110-8A24B8C1DFFF}" type="presParOf" srcId="{F78B31F2-5B29-4CEE-8B43-B4DCDD54E413}" destId="{FBF8A733-6CF2-415D-B79F-236157B3489A}" srcOrd="0" destOrd="0" presId="urn:microsoft.com/office/officeart/2016/7/layout/LinearArrowProcessNumbered"/>
    <dgm:cxn modelId="{A6A77A1F-D7E8-477D-8189-F27AEE722AC4}" type="presParOf" srcId="{F78B31F2-5B29-4CEE-8B43-B4DCDD54E413}" destId="{E058A841-1B0E-4032-83AE-15144CBB5CBA}" srcOrd="1" destOrd="0" presId="urn:microsoft.com/office/officeart/2016/7/layout/LinearArrowProcessNumbered"/>
    <dgm:cxn modelId="{786A7C6D-44B5-4F72-B533-1690DA91951D}" type="presParOf" srcId="{F78B31F2-5B29-4CEE-8B43-B4DCDD54E413}" destId="{78C0C086-4753-43D5-B160-B99A1C211A14}" srcOrd="2" destOrd="0" presId="urn:microsoft.com/office/officeart/2016/7/layout/LinearArrowProcessNumbered"/>
    <dgm:cxn modelId="{67762A71-4E6F-4089-A29E-E86BA54CF14B}" type="presParOf" srcId="{F78B31F2-5B29-4CEE-8B43-B4DCDD54E413}" destId="{58D7B3CB-1627-49E5-840B-B2BA08AE7BC5}" srcOrd="3" destOrd="0" presId="urn:microsoft.com/office/officeart/2016/7/layout/LinearArrowProcessNumbered"/>
    <dgm:cxn modelId="{6EC90AEF-9CE3-4598-ADEB-95A994ED7ECA}" type="presParOf" srcId="{6D6C71B2-4160-4D40-B343-D599DCDD5FFC}" destId="{8D25F009-7689-444A-BAE2-5419E94E0C62}" srcOrd="2" destOrd="0" presId="urn:microsoft.com/office/officeart/2016/7/layout/LinearArrowProcessNumbered"/>
    <dgm:cxn modelId="{6BE47C8B-D5F9-4843-9E6A-D424D545E4B4}" type="presParOf" srcId="{FCC13E9C-54BB-45A5-9160-D66635A762DC}" destId="{794A858E-511C-481C-9391-71ACBA915C38}" srcOrd="1" destOrd="0" presId="urn:microsoft.com/office/officeart/2016/7/layout/LinearArrowProcessNumbered"/>
    <dgm:cxn modelId="{547FFA97-AA33-4177-A358-ABEB8D298F5E}" type="presParOf" srcId="{FCC13E9C-54BB-45A5-9160-D66635A762DC}" destId="{E1497DAB-7B73-431E-9894-BD5165BED3F5}" srcOrd="2" destOrd="0" presId="urn:microsoft.com/office/officeart/2016/7/layout/LinearArrowProcessNumbered"/>
    <dgm:cxn modelId="{18945CD3-D72C-4968-A46B-3FE0A3F730E1}" type="presParOf" srcId="{E1497DAB-7B73-431E-9894-BD5165BED3F5}" destId="{888995D0-071B-4ED7-A407-AAC9E8E8143C}" srcOrd="0" destOrd="0" presId="urn:microsoft.com/office/officeart/2016/7/layout/LinearArrowProcessNumbered"/>
    <dgm:cxn modelId="{EE5D56E9-5C5B-4757-A3FD-38FF83586017}" type="presParOf" srcId="{E1497DAB-7B73-431E-9894-BD5165BED3F5}" destId="{5D44F26B-A779-452C-A534-0EBB977DD18F}" srcOrd="1" destOrd="0" presId="urn:microsoft.com/office/officeart/2016/7/layout/LinearArrowProcessNumbered"/>
    <dgm:cxn modelId="{6B738F6A-70F0-4CDA-B694-08B0462C6479}" type="presParOf" srcId="{5D44F26B-A779-452C-A534-0EBB977DD18F}" destId="{D1B7E9BF-2694-4106-B5B1-1A06120874C8}" srcOrd="0" destOrd="0" presId="urn:microsoft.com/office/officeart/2016/7/layout/LinearArrowProcessNumbered"/>
    <dgm:cxn modelId="{391BEC5C-C6CF-4B8F-B2DA-2D03F992B15B}" type="presParOf" srcId="{5D44F26B-A779-452C-A534-0EBB977DD18F}" destId="{96609894-091F-436D-A29B-244A57A678A6}" srcOrd="1" destOrd="0" presId="urn:microsoft.com/office/officeart/2016/7/layout/LinearArrowProcessNumbered"/>
    <dgm:cxn modelId="{BA3C90FF-DCE8-4AEB-B097-C9348D8E9ED5}" type="presParOf" srcId="{5D44F26B-A779-452C-A534-0EBB977DD18F}" destId="{DB3183A5-7391-4D6F-B01D-A364AB53EC70}" srcOrd="2" destOrd="0" presId="urn:microsoft.com/office/officeart/2016/7/layout/LinearArrowProcessNumbered"/>
    <dgm:cxn modelId="{D22A211F-59FD-4B2D-8B9A-71A65828759A}" type="presParOf" srcId="{5D44F26B-A779-452C-A534-0EBB977DD18F}" destId="{4C1D83DE-2890-469E-B6EF-B91D19E0E6F4}" srcOrd="3" destOrd="0" presId="urn:microsoft.com/office/officeart/2016/7/layout/LinearArrowProcessNumbered"/>
    <dgm:cxn modelId="{FFEF6196-E0A9-4535-B579-E1BB278DC041}" type="presParOf" srcId="{E1497DAB-7B73-431E-9894-BD5165BED3F5}" destId="{6BF7A781-977C-4227-B3DE-A664F7B13888}" srcOrd="2" destOrd="0" presId="urn:microsoft.com/office/officeart/2016/7/layout/LinearArrowProcessNumbered"/>
    <dgm:cxn modelId="{0BDC4776-134F-4478-8431-1CC4477543DF}" type="presParOf" srcId="{FCC13E9C-54BB-45A5-9160-D66635A762DC}" destId="{38DADE31-C2A7-4EFC-89D6-8370E0ED15BB}" srcOrd="3" destOrd="0" presId="urn:microsoft.com/office/officeart/2016/7/layout/LinearArrowProcessNumbered"/>
    <dgm:cxn modelId="{A3CA8DE3-E222-4F34-80BD-724942FE6E43}" type="presParOf" srcId="{FCC13E9C-54BB-45A5-9160-D66635A762DC}" destId="{42B22400-8C3B-4F44-8C4B-2A9EA54A2E20}" srcOrd="4" destOrd="0" presId="urn:microsoft.com/office/officeart/2016/7/layout/LinearArrowProcessNumbered"/>
    <dgm:cxn modelId="{497B45E5-34AA-49CA-8D50-CE913587FD6E}" type="presParOf" srcId="{42B22400-8C3B-4F44-8C4B-2A9EA54A2E20}" destId="{511C40CC-DDC5-402A-91FA-A02A54EBAA8C}" srcOrd="0" destOrd="0" presId="urn:microsoft.com/office/officeart/2016/7/layout/LinearArrowProcessNumbered"/>
    <dgm:cxn modelId="{DD92CAD9-C90E-40E1-85C1-C34472347F0F}" type="presParOf" srcId="{42B22400-8C3B-4F44-8C4B-2A9EA54A2E20}" destId="{18F0DDA3-5905-4EF5-BFB4-9F82E9837A05}" srcOrd="1" destOrd="0" presId="urn:microsoft.com/office/officeart/2016/7/layout/LinearArrowProcessNumbered"/>
    <dgm:cxn modelId="{07638F78-C82B-42BD-A870-E7A73F57432F}" type="presParOf" srcId="{18F0DDA3-5905-4EF5-BFB4-9F82E9837A05}" destId="{49BDD952-CB4D-40AD-9131-F013BD3A89A4}" srcOrd="0" destOrd="0" presId="urn:microsoft.com/office/officeart/2016/7/layout/LinearArrowProcessNumbered"/>
    <dgm:cxn modelId="{BFEE5841-9FFB-401E-A0B6-78DA6C7AB9E9}" type="presParOf" srcId="{18F0DDA3-5905-4EF5-BFB4-9F82E9837A05}" destId="{511A0BFB-92FA-4753-9557-203DF4343358}" srcOrd="1" destOrd="0" presId="urn:microsoft.com/office/officeart/2016/7/layout/LinearArrowProcessNumbered"/>
    <dgm:cxn modelId="{E8380DA3-2BC2-47A3-9398-318F046BFA6E}" type="presParOf" srcId="{18F0DDA3-5905-4EF5-BFB4-9F82E9837A05}" destId="{381752A7-ECAF-4D96-A2AB-09C9D64650ED}" srcOrd="2" destOrd="0" presId="urn:microsoft.com/office/officeart/2016/7/layout/LinearArrowProcessNumbered"/>
    <dgm:cxn modelId="{1FE81EBF-5112-421B-B91E-3A30871BFAA7}" type="presParOf" srcId="{18F0DDA3-5905-4EF5-BFB4-9F82E9837A05}" destId="{15B89826-10A6-4153-9D34-4081DE245A38}" srcOrd="3" destOrd="0" presId="urn:microsoft.com/office/officeart/2016/7/layout/LinearArrowProcessNumbered"/>
    <dgm:cxn modelId="{D72AC7CB-8057-4D11-98EC-E99B130865F8}" type="presParOf" srcId="{42B22400-8C3B-4F44-8C4B-2A9EA54A2E20}" destId="{271042E3-1BD6-45B0-BE09-E5B2B515A64E}" srcOrd="2" destOrd="0" presId="urn:microsoft.com/office/officeart/2016/7/layout/LinearArrowProcessNumbered"/>
    <dgm:cxn modelId="{EAFC8627-97D3-4AE7-B085-05FEF41BF94E}" type="presParOf" srcId="{FCC13E9C-54BB-45A5-9160-D66635A762DC}" destId="{31390A06-D629-42BC-8F2B-49F31B7D635C}" srcOrd="5" destOrd="0" presId="urn:microsoft.com/office/officeart/2016/7/layout/LinearArrowProcessNumbered"/>
    <dgm:cxn modelId="{13E5D8C4-FB61-4C95-A5C4-A1D0843F0D4B}" type="presParOf" srcId="{FCC13E9C-54BB-45A5-9160-D66635A762DC}" destId="{67FE0D30-86D5-4205-AA2B-CAA1FB5D58F3}" srcOrd="6" destOrd="0" presId="urn:microsoft.com/office/officeart/2016/7/layout/LinearArrowProcessNumbered"/>
    <dgm:cxn modelId="{B2786439-4521-4E77-875A-CC60D71368BE}" type="presParOf" srcId="{67FE0D30-86D5-4205-AA2B-CAA1FB5D58F3}" destId="{18D7F9B2-CE21-4268-BBAE-1DCF6A0A3C21}" srcOrd="0" destOrd="0" presId="urn:microsoft.com/office/officeart/2016/7/layout/LinearArrowProcessNumbered"/>
    <dgm:cxn modelId="{38122321-DEEF-40B0-8434-26B958C574CC}" type="presParOf" srcId="{67FE0D30-86D5-4205-AA2B-CAA1FB5D58F3}" destId="{90364824-14E0-4E93-8BCC-34A239C3D4D3}" srcOrd="1" destOrd="0" presId="urn:microsoft.com/office/officeart/2016/7/layout/LinearArrowProcessNumbered"/>
    <dgm:cxn modelId="{98603C55-C20A-4A58-91E8-D4D14241DE2D}" type="presParOf" srcId="{90364824-14E0-4E93-8BCC-34A239C3D4D3}" destId="{7C1275AA-AC80-49A3-947F-6E9529DE3ADA}" srcOrd="0" destOrd="0" presId="urn:microsoft.com/office/officeart/2016/7/layout/LinearArrowProcessNumbered"/>
    <dgm:cxn modelId="{4AAB6665-059E-43B6-B5A3-B6A2EEEA6CE1}" type="presParOf" srcId="{90364824-14E0-4E93-8BCC-34A239C3D4D3}" destId="{74CDA04F-6538-46AE-9146-B92C246A01A9}" srcOrd="1" destOrd="0" presId="urn:microsoft.com/office/officeart/2016/7/layout/LinearArrowProcessNumbered"/>
    <dgm:cxn modelId="{E81D557F-0EBB-441A-BBDC-01FB3C0BDEF7}" type="presParOf" srcId="{90364824-14E0-4E93-8BCC-34A239C3D4D3}" destId="{E4749602-A9BE-4CA5-AD07-42130527F2DE}" srcOrd="2" destOrd="0" presId="urn:microsoft.com/office/officeart/2016/7/layout/LinearArrowProcessNumbered"/>
    <dgm:cxn modelId="{A9492B3D-C1A1-4D47-8A8F-5D48D031B2E5}" type="presParOf" srcId="{90364824-14E0-4E93-8BCC-34A239C3D4D3}" destId="{38AF734C-B802-43F8-9875-033AFC9C11C2}" srcOrd="3" destOrd="0" presId="urn:microsoft.com/office/officeart/2016/7/layout/LinearArrowProcessNumbered"/>
    <dgm:cxn modelId="{C058B75A-5CC4-4073-97CA-9BC826B6D090}" type="presParOf" srcId="{67FE0D30-86D5-4205-AA2B-CAA1FB5D58F3}" destId="{BC1840D6-2B26-4387-BE0A-C709DA1CB007}" srcOrd="2" destOrd="0" presId="urn:microsoft.com/office/officeart/2016/7/layout/LinearArrowProcessNumbered"/>
    <dgm:cxn modelId="{1BD55A2A-7045-43C4-863D-970A6E3DD9A4}" type="presParOf" srcId="{FCC13E9C-54BB-45A5-9160-D66635A762DC}" destId="{C81803D3-C5C9-4993-B6F9-3887D479C68A}" srcOrd="7" destOrd="0" presId="urn:microsoft.com/office/officeart/2016/7/layout/LinearArrowProcessNumbered"/>
    <dgm:cxn modelId="{D2CCC401-FA51-477E-B589-A80DBDABC98E}" type="presParOf" srcId="{FCC13E9C-54BB-45A5-9160-D66635A762DC}" destId="{496DA2EC-BD86-4310-8538-2ADE0C0851D3}" srcOrd="8" destOrd="0" presId="urn:microsoft.com/office/officeart/2016/7/layout/LinearArrowProcessNumbered"/>
    <dgm:cxn modelId="{77F4921A-FC01-40A8-835E-7EF8AA378FFE}" type="presParOf" srcId="{496DA2EC-BD86-4310-8538-2ADE0C0851D3}" destId="{915688AD-219F-4931-9258-3C5264A324C7}" srcOrd="0" destOrd="0" presId="urn:microsoft.com/office/officeart/2016/7/layout/LinearArrowProcessNumbered"/>
    <dgm:cxn modelId="{F0B8B987-D728-475E-9D15-1EFA77C41034}" type="presParOf" srcId="{496DA2EC-BD86-4310-8538-2ADE0C0851D3}" destId="{BA3BF059-2F4F-44F9-9806-F1B1030AE640}" srcOrd="1" destOrd="0" presId="urn:microsoft.com/office/officeart/2016/7/layout/LinearArrowProcessNumbered"/>
    <dgm:cxn modelId="{E55C7994-5300-4ABE-9104-616C21FD26F7}" type="presParOf" srcId="{BA3BF059-2F4F-44F9-9806-F1B1030AE640}" destId="{24652143-B0C2-4A2F-BBAD-501859C19A10}" srcOrd="0" destOrd="0" presId="urn:microsoft.com/office/officeart/2016/7/layout/LinearArrowProcessNumbered"/>
    <dgm:cxn modelId="{9F1EBA3A-8775-4F4A-A13A-01BA1A419339}" type="presParOf" srcId="{BA3BF059-2F4F-44F9-9806-F1B1030AE640}" destId="{8284CFE3-06EB-402D-A217-B007985BF4D4}" srcOrd="1" destOrd="0" presId="urn:microsoft.com/office/officeart/2016/7/layout/LinearArrowProcessNumbered"/>
    <dgm:cxn modelId="{A670A2EB-87A1-4B66-A55C-862BF8BF4AB0}" type="presParOf" srcId="{BA3BF059-2F4F-44F9-9806-F1B1030AE640}" destId="{1A54BC31-8BEC-4EE7-8726-A01569FBFBCE}" srcOrd="2" destOrd="0" presId="urn:microsoft.com/office/officeart/2016/7/layout/LinearArrowProcessNumbered"/>
    <dgm:cxn modelId="{CDCED183-09C7-40A1-8F0E-EE2C43251881}" type="presParOf" srcId="{BA3BF059-2F4F-44F9-9806-F1B1030AE640}" destId="{3D758D33-C5F1-4BD3-A11D-E2EC24862EE4}" srcOrd="3" destOrd="0" presId="urn:microsoft.com/office/officeart/2016/7/layout/LinearArrowProcessNumbered"/>
    <dgm:cxn modelId="{C5D8D2C9-A2DA-4346-B26D-A6DC9AE19364}" type="presParOf" srcId="{496DA2EC-BD86-4310-8538-2ADE0C0851D3}" destId="{F2F21F67-8B43-4538-B47D-C0D586E47624}" srcOrd="2" destOrd="0" presId="urn:microsoft.com/office/officeart/2016/7/layout/LinearArrowProcessNumbered"/>
    <dgm:cxn modelId="{D52CC692-04FC-4A87-A9D9-3A96FC86709B}" type="presParOf" srcId="{FCC13E9C-54BB-45A5-9160-D66635A762DC}" destId="{A8C7353B-2DF2-4469-A0AB-529AEB01603B}" srcOrd="9" destOrd="0" presId="urn:microsoft.com/office/officeart/2016/7/layout/LinearArrowProcessNumbered"/>
    <dgm:cxn modelId="{3F6C21C5-AB09-412C-9194-E0A45793E26F}" type="presParOf" srcId="{FCC13E9C-54BB-45A5-9160-D66635A762DC}" destId="{0EB15717-DA13-47FC-9029-F4BEC56830A3}" srcOrd="10" destOrd="0" presId="urn:microsoft.com/office/officeart/2016/7/layout/LinearArrowProcessNumbered"/>
    <dgm:cxn modelId="{6F524E17-D5BF-44B3-9607-E91B93C21EF3}" type="presParOf" srcId="{0EB15717-DA13-47FC-9029-F4BEC56830A3}" destId="{ABF35A3E-0E5F-4DA8-BF9A-414330218005}" srcOrd="0" destOrd="0" presId="urn:microsoft.com/office/officeart/2016/7/layout/LinearArrowProcessNumbered"/>
    <dgm:cxn modelId="{1040CDD3-3910-4CBE-BB0A-3B7FC4E925BF}" type="presParOf" srcId="{0EB15717-DA13-47FC-9029-F4BEC56830A3}" destId="{17B05760-B39A-45AB-AEF3-25A2F5980ECA}" srcOrd="1" destOrd="0" presId="urn:microsoft.com/office/officeart/2016/7/layout/LinearArrowProcessNumbered"/>
    <dgm:cxn modelId="{8586FC72-E39B-4A06-A888-99090F0E36AB}" type="presParOf" srcId="{17B05760-B39A-45AB-AEF3-25A2F5980ECA}" destId="{8CDA91BC-58CC-4ADE-975F-973AA22446B1}" srcOrd="0" destOrd="0" presId="urn:microsoft.com/office/officeart/2016/7/layout/LinearArrowProcessNumbered"/>
    <dgm:cxn modelId="{A0038C90-990B-4867-8F4F-1180DF71C8B9}" type="presParOf" srcId="{17B05760-B39A-45AB-AEF3-25A2F5980ECA}" destId="{2F7B384E-83D7-4EA4-ABAF-B60A3F5390F6}" srcOrd="1" destOrd="0" presId="urn:microsoft.com/office/officeart/2016/7/layout/LinearArrowProcessNumbered"/>
    <dgm:cxn modelId="{CD7B691F-A5B8-46F5-8726-3ED1465E4DA6}" type="presParOf" srcId="{17B05760-B39A-45AB-AEF3-25A2F5980ECA}" destId="{26C5B67F-CB62-44AF-A3C3-DC7364F9C202}" srcOrd="2" destOrd="0" presId="urn:microsoft.com/office/officeart/2016/7/layout/LinearArrowProcessNumbered"/>
    <dgm:cxn modelId="{A4423436-AFC2-40AA-AE7D-AE47DE53E47E}" type="presParOf" srcId="{17B05760-B39A-45AB-AEF3-25A2F5980ECA}" destId="{8089D516-4C82-4693-8131-C553430294D2}" srcOrd="3" destOrd="0" presId="urn:microsoft.com/office/officeart/2016/7/layout/LinearArrowProcessNumbered"/>
    <dgm:cxn modelId="{B10FC50A-523A-464B-89B8-C1C94DDF7512}" type="presParOf" srcId="{0EB15717-DA13-47FC-9029-F4BEC56830A3}" destId="{88028282-56B1-4297-8BEB-7F7E7C164070}" srcOrd="2" destOrd="0" presId="urn:microsoft.com/office/officeart/2016/7/layout/LinearArrowProcessNumbered"/>
    <dgm:cxn modelId="{22ADCDEB-7615-4843-8BA3-260D8434BDE7}" type="presParOf" srcId="{FCC13E9C-54BB-45A5-9160-D66635A762DC}" destId="{4F4C0AF2-9BC0-4F94-901A-D1FE9646BA79}" srcOrd="11" destOrd="0" presId="urn:microsoft.com/office/officeart/2016/7/layout/LinearArrowProcessNumbered"/>
    <dgm:cxn modelId="{CE1F4525-6CB8-461B-8559-FADA74BBAC71}" type="presParOf" srcId="{FCC13E9C-54BB-45A5-9160-D66635A762DC}" destId="{89CA5F17-5A77-4F1E-AC3F-90A3159CF17A}" srcOrd="12" destOrd="0" presId="urn:microsoft.com/office/officeart/2016/7/layout/LinearArrowProcessNumbered"/>
    <dgm:cxn modelId="{8BABF857-D469-4C5C-A542-B4AA94E564FB}" type="presParOf" srcId="{89CA5F17-5A77-4F1E-AC3F-90A3159CF17A}" destId="{8D3E8C3F-5167-48BA-A887-0A7AE08068E7}" srcOrd="0" destOrd="0" presId="urn:microsoft.com/office/officeart/2016/7/layout/LinearArrowProcessNumbered"/>
    <dgm:cxn modelId="{E2F8066F-06CE-4814-9401-C07660F4FAF1}" type="presParOf" srcId="{89CA5F17-5A77-4F1E-AC3F-90A3159CF17A}" destId="{55170035-91BC-49A2-8AC5-47AD0D8D7482}" srcOrd="1" destOrd="0" presId="urn:microsoft.com/office/officeart/2016/7/layout/LinearArrowProcessNumbered"/>
    <dgm:cxn modelId="{F5B26F85-54C7-4061-8144-A134D7C65AEB}" type="presParOf" srcId="{55170035-91BC-49A2-8AC5-47AD0D8D7482}" destId="{C2861538-A758-4CCC-9ABC-DEF7E1CE79C2}" srcOrd="0" destOrd="0" presId="urn:microsoft.com/office/officeart/2016/7/layout/LinearArrowProcessNumbered"/>
    <dgm:cxn modelId="{59962168-85F1-4DB9-A1BC-7B93A4B6E1B0}" type="presParOf" srcId="{55170035-91BC-49A2-8AC5-47AD0D8D7482}" destId="{6A96C92E-E6EA-45BB-9B2A-E262AE26FD5F}" srcOrd="1" destOrd="0" presId="urn:microsoft.com/office/officeart/2016/7/layout/LinearArrowProcessNumbered"/>
    <dgm:cxn modelId="{7AC6D6A9-090E-45EF-B534-53EFDF8AB9C8}" type="presParOf" srcId="{55170035-91BC-49A2-8AC5-47AD0D8D7482}" destId="{D68BD9C1-BAE4-4A66-8CE0-B977E9217F6A}" srcOrd="2" destOrd="0" presId="urn:microsoft.com/office/officeart/2016/7/layout/LinearArrowProcessNumbered"/>
    <dgm:cxn modelId="{46EFB2DC-4A86-4D16-B3D5-519711FC0CF0}" type="presParOf" srcId="{55170035-91BC-49A2-8AC5-47AD0D8D7482}" destId="{B94E854D-D2F7-4837-A236-EB80B4E65B4B}" srcOrd="3" destOrd="0" presId="urn:microsoft.com/office/officeart/2016/7/layout/LinearArrowProcessNumbered"/>
    <dgm:cxn modelId="{CAA3F6F0-AE62-472A-800F-1B3A117529A7}" type="presParOf" srcId="{89CA5F17-5A77-4F1E-AC3F-90A3159CF17A}" destId="{847A457E-0C3F-4C8C-928A-5494E55BAE81}" srcOrd="2" destOrd="0" presId="urn:microsoft.com/office/officeart/2016/7/layout/LinearArrowProcessNumbered"/>
    <dgm:cxn modelId="{5ACE1C1B-FFDA-41C5-AD17-3E3C6AE0F3BC}" type="presParOf" srcId="{FCC13E9C-54BB-45A5-9160-D66635A762DC}" destId="{AFF44831-E53A-4A10-A012-299035663057}" srcOrd="13" destOrd="0" presId="urn:microsoft.com/office/officeart/2016/7/layout/LinearArrowProcessNumbered"/>
    <dgm:cxn modelId="{2CE884ED-9373-4F04-BAFD-62A71FFF2FF8}" type="presParOf" srcId="{FCC13E9C-54BB-45A5-9160-D66635A762DC}" destId="{D7A89F2C-6618-4D2F-9FBE-678D21C8DCEE}" srcOrd="14" destOrd="0" presId="urn:microsoft.com/office/officeart/2016/7/layout/LinearArrowProcessNumbered"/>
    <dgm:cxn modelId="{23BC6803-989D-4B7F-8E4C-D21DA054CEEE}" type="presParOf" srcId="{D7A89F2C-6618-4D2F-9FBE-678D21C8DCEE}" destId="{AE769D9F-348D-4AC4-B20B-D6F24D472D85}" srcOrd="0" destOrd="0" presId="urn:microsoft.com/office/officeart/2016/7/layout/LinearArrowProcessNumbered"/>
    <dgm:cxn modelId="{90FA09AD-E91B-45A5-A194-19A97AF6CE91}" type="presParOf" srcId="{D7A89F2C-6618-4D2F-9FBE-678D21C8DCEE}" destId="{C17948C8-D956-4290-B69D-90C7C4C65EAC}" srcOrd="1" destOrd="0" presId="urn:microsoft.com/office/officeart/2016/7/layout/LinearArrowProcessNumbered"/>
    <dgm:cxn modelId="{64ABA89F-D59B-4423-A5D4-49A37298D4DE}" type="presParOf" srcId="{C17948C8-D956-4290-B69D-90C7C4C65EAC}" destId="{60C25570-E0A0-42C9-8F47-D2BB03785CE2}" srcOrd="0" destOrd="0" presId="urn:microsoft.com/office/officeart/2016/7/layout/LinearArrowProcessNumbered"/>
    <dgm:cxn modelId="{F1D057EB-5590-4C00-B3B2-A3D77596838F}" type="presParOf" srcId="{C17948C8-D956-4290-B69D-90C7C4C65EAC}" destId="{00E4DE6A-7AEF-4230-A1FA-AE3A7D01A56B}" srcOrd="1" destOrd="0" presId="urn:microsoft.com/office/officeart/2016/7/layout/LinearArrowProcessNumbered"/>
    <dgm:cxn modelId="{2BA3A6A9-D3A9-4E58-9216-6BC33BFDF291}" type="presParOf" srcId="{C17948C8-D956-4290-B69D-90C7C4C65EAC}" destId="{F8EDD439-3E1C-4C41-9928-8604838B2A7B}" srcOrd="2" destOrd="0" presId="urn:microsoft.com/office/officeart/2016/7/layout/LinearArrowProcessNumbered"/>
    <dgm:cxn modelId="{22162AD3-80E4-48FE-BEB2-FE62464F0192}" type="presParOf" srcId="{C17948C8-D956-4290-B69D-90C7C4C65EAC}" destId="{86D464D5-DC33-429A-BA6C-21BC32DCB84E}" srcOrd="3" destOrd="0" presId="urn:microsoft.com/office/officeart/2016/7/layout/LinearArrowProcessNumbered"/>
    <dgm:cxn modelId="{5FCDFC90-80B3-480E-8DBF-123DB4BAFF88}" type="presParOf" srcId="{D7A89F2C-6618-4D2F-9FBE-678D21C8DCEE}" destId="{D36CEC25-3469-49D2-B7D2-F2737C401BA7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DA4F35A-1C20-4D72-9CB0-19D846FAAAA6}" type="doc">
      <dgm:prSet loTypeId="urn:microsoft.com/office/officeart/2018/2/layout/IconVerticalSolidList" loCatId="icon" qsTypeId="urn:microsoft.com/office/officeart/2005/8/quickstyle/simple1#22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F546DB2A-6F68-4E3B-825F-0D0856D9C5CD}">
      <dgm:prSet/>
      <dgm:spPr/>
      <dgm:t>
        <a:bodyPr/>
        <a:lstStyle/>
        <a:p>
          <a:r>
            <a:rPr lang="en-US" b="1"/>
            <a:t>Frontend:</a:t>
          </a:r>
          <a:r>
            <a:rPr lang="en-US"/>
            <a:t> Patient forms for registration, appointments, reports, billing, and approvals </a:t>
          </a:r>
        </a:p>
      </dgm:t>
    </dgm:pt>
    <dgm:pt modelId="{BB89643B-B93D-44AB-B0D5-F3A496EC0DF7}" type="parTrans" cxnId="{8B5DBC27-464F-450E-8BB1-FBCD5125651C}">
      <dgm:prSet/>
      <dgm:spPr/>
      <dgm:t>
        <a:bodyPr/>
        <a:lstStyle/>
        <a:p>
          <a:endParaRPr lang="en-US"/>
        </a:p>
      </dgm:t>
    </dgm:pt>
    <dgm:pt modelId="{24846159-B41D-431D-A70B-D7F82628FF71}" type="sibTrans" cxnId="{8B5DBC27-464F-450E-8BB1-FBCD5125651C}">
      <dgm:prSet/>
      <dgm:spPr/>
      <dgm:t>
        <a:bodyPr/>
        <a:lstStyle/>
        <a:p>
          <a:endParaRPr lang="en-US"/>
        </a:p>
      </dgm:t>
    </dgm:pt>
    <dgm:pt modelId="{EF09EACD-381C-4818-9156-162F6F2EB317}">
      <dgm:prSet/>
      <dgm:spPr/>
      <dgm:t>
        <a:bodyPr/>
        <a:lstStyle/>
        <a:p>
          <a:r>
            <a:rPr lang="en-US" b="1"/>
            <a:t>n8n:</a:t>
          </a:r>
          <a:r>
            <a:rPr lang="en-US"/>
            <a:t> Workflow orchestration engine </a:t>
          </a:r>
        </a:p>
      </dgm:t>
    </dgm:pt>
    <dgm:pt modelId="{E752398F-9F84-4730-BC6D-05F8E05BD478}" type="parTrans" cxnId="{03C5EBBE-AC57-4AD0-9123-B4925EAC0748}">
      <dgm:prSet/>
      <dgm:spPr/>
      <dgm:t>
        <a:bodyPr/>
        <a:lstStyle/>
        <a:p>
          <a:endParaRPr lang="en-US"/>
        </a:p>
      </dgm:t>
    </dgm:pt>
    <dgm:pt modelId="{9A611355-872A-4C01-9763-4816C9A11D19}" type="sibTrans" cxnId="{03C5EBBE-AC57-4AD0-9123-B4925EAC0748}">
      <dgm:prSet/>
      <dgm:spPr/>
      <dgm:t>
        <a:bodyPr/>
        <a:lstStyle/>
        <a:p>
          <a:endParaRPr lang="en-US"/>
        </a:p>
      </dgm:t>
    </dgm:pt>
    <dgm:pt modelId="{441A9F53-023E-439B-89B0-FD11DEC42472}">
      <dgm:prSet/>
      <dgm:spPr/>
      <dgm:t>
        <a:bodyPr/>
        <a:lstStyle/>
        <a:p>
          <a:r>
            <a:rPr lang="en-US" b="1"/>
            <a:t>Gemini AI:</a:t>
          </a:r>
          <a:r>
            <a:rPr lang="en-US"/>
            <a:t> Clinical analysis and decision support </a:t>
          </a:r>
        </a:p>
      </dgm:t>
    </dgm:pt>
    <dgm:pt modelId="{EFAD70B2-B4BF-438E-8DD4-3AE87E1AF963}" type="parTrans" cxnId="{CB03C852-7BB0-4056-8928-98F940D2DF64}">
      <dgm:prSet/>
      <dgm:spPr/>
      <dgm:t>
        <a:bodyPr/>
        <a:lstStyle/>
        <a:p>
          <a:endParaRPr lang="en-US"/>
        </a:p>
      </dgm:t>
    </dgm:pt>
    <dgm:pt modelId="{D31542DC-76FE-4F18-B006-B3C546862C02}" type="sibTrans" cxnId="{CB03C852-7BB0-4056-8928-98F940D2DF64}">
      <dgm:prSet/>
      <dgm:spPr/>
      <dgm:t>
        <a:bodyPr/>
        <a:lstStyle/>
        <a:p>
          <a:endParaRPr lang="en-US"/>
        </a:p>
      </dgm:t>
    </dgm:pt>
    <dgm:pt modelId="{19C00FB8-4EBB-42F4-BE3A-99AD158151E9}">
      <dgm:prSet/>
      <dgm:spPr/>
      <dgm:t>
        <a:bodyPr/>
        <a:lstStyle/>
        <a:p>
          <a:r>
            <a:rPr lang="en-US" b="1"/>
            <a:t>Supabase:</a:t>
          </a:r>
          <a:r>
            <a:rPr lang="en-US"/>
            <a:t> Centralized database for patient records and workflow data </a:t>
          </a:r>
        </a:p>
      </dgm:t>
    </dgm:pt>
    <dgm:pt modelId="{7A5FFD00-7F1E-4824-854D-FD15FA877704}" type="parTrans" cxnId="{9D776718-ADEE-4233-B2A1-DD7E895E355E}">
      <dgm:prSet/>
      <dgm:spPr/>
      <dgm:t>
        <a:bodyPr/>
        <a:lstStyle/>
        <a:p>
          <a:endParaRPr lang="en-US"/>
        </a:p>
      </dgm:t>
    </dgm:pt>
    <dgm:pt modelId="{443641E6-CB67-4BDE-8847-62EC6F69142B}" type="sibTrans" cxnId="{9D776718-ADEE-4233-B2A1-DD7E895E355E}">
      <dgm:prSet/>
      <dgm:spPr/>
      <dgm:t>
        <a:bodyPr/>
        <a:lstStyle/>
        <a:p>
          <a:endParaRPr lang="en-US"/>
        </a:p>
      </dgm:t>
    </dgm:pt>
    <dgm:pt modelId="{2AF96652-4745-44E1-9CCC-09B07B2FC8AD}">
      <dgm:prSet/>
      <dgm:spPr/>
      <dgm:t>
        <a:bodyPr/>
        <a:lstStyle/>
        <a:p>
          <a:r>
            <a:rPr lang="en-US" b="1"/>
            <a:t>Gmail API:</a:t>
          </a:r>
          <a:r>
            <a:rPr lang="en-US"/>
            <a:t> Automated notifications to patients and doctors </a:t>
          </a:r>
        </a:p>
      </dgm:t>
    </dgm:pt>
    <dgm:pt modelId="{048B95E8-13FD-44B3-9C9B-B193BC8B4A02}" type="parTrans" cxnId="{1A5F0939-984A-4BD5-901D-E8D820C1DE1A}">
      <dgm:prSet/>
      <dgm:spPr/>
      <dgm:t>
        <a:bodyPr/>
        <a:lstStyle/>
        <a:p>
          <a:endParaRPr lang="en-US"/>
        </a:p>
      </dgm:t>
    </dgm:pt>
    <dgm:pt modelId="{9612071A-61BA-4FCF-A45C-6FB97103CE0E}" type="sibTrans" cxnId="{1A5F0939-984A-4BD5-901D-E8D820C1DE1A}">
      <dgm:prSet/>
      <dgm:spPr/>
      <dgm:t>
        <a:bodyPr/>
        <a:lstStyle/>
        <a:p>
          <a:endParaRPr lang="en-US"/>
        </a:p>
      </dgm:t>
    </dgm:pt>
    <dgm:pt modelId="{7F698D5E-ECA9-4861-AC23-54D20E7958AD}" type="pres">
      <dgm:prSet presAssocID="{FDA4F35A-1C20-4D72-9CB0-19D846FAAAA6}" presName="root" presStyleCnt="0">
        <dgm:presLayoutVars>
          <dgm:dir/>
          <dgm:resizeHandles val="exact"/>
        </dgm:presLayoutVars>
      </dgm:prSet>
      <dgm:spPr/>
    </dgm:pt>
    <dgm:pt modelId="{75E3A63A-F019-429C-ABFA-7B9C4577B1F2}" type="pres">
      <dgm:prSet presAssocID="{F546DB2A-6F68-4E3B-825F-0D0856D9C5CD}" presName="compNode" presStyleCnt="0"/>
      <dgm:spPr/>
    </dgm:pt>
    <dgm:pt modelId="{5142577C-408C-4D13-BE83-0A5A1A40088D}" type="pres">
      <dgm:prSet presAssocID="{F546DB2A-6F68-4E3B-825F-0D0856D9C5CD}" presName="bgRect" presStyleLbl="bgShp" presStyleIdx="0" presStyleCnt="5"/>
      <dgm:spPr/>
    </dgm:pt>
    <dgm:pt modelId="{FB8113CD-54D1-4E2C-B81A-54C38F60170B}" type="pres">
      <dgm:prSet presAssocID="{F546DB2A-6F68-4E3B-825F-0D0856D9C5CD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spital"/>
        </a:ext>
      </dgm:extLst>
    </dgm:pt>
    <dgm:pt modelId="{009B3BA3-3E5F-4F9E-9D66-E60B2BD95AE9}" type="pres">
      <dgm:prSet presAssocID="{F546DB2A-6F68-4E3B-825F-0D0856D9C5CD}" presName="spaceRect" presStyleCnt="0"/>
      <dgm:spPr/>
    </dgm:pt>
    <dgm:pt modelId="{0A4BDE24-478C-45D9-956B-7AAB1AC15604}" type="pres">
      <dgm:prSet presAssocID="{F546DB2A-6F68-4E3B-825F-0D0856D9C5CD}" presName="parTx" presStyleLbl="revTx" presStyleIdx="0" presStyleCnt="5">
        <dgm:presLayoutVars>
          <dgm:chMax val="0"/>
          <dgm:chPref val="0"/>
        </dgm:presLayoutVars>
      </dgm:prSet>
      <dgm:spPr/>
    </dgm:pt>
    <dgm:pt modelId="{256CCB33-E1FB-445D-9135-203111358193}" type="pres">
      <dgm:prSet presAssocID="{24846159-B41D-431D-A70B-D7F82628FF71}" presName="sibTrans" presStyleCnt="0"/>
      <dgm:spPr/>
    </dgm:pt>
    <dgm:pt modelId="{761A1DF1-131E-400A-A8F9-B42B08072C2F}" type="pres">
      <dgm:prSet presAssocID="{EF09EACD-381C-4818-9156-162F6F2EB317}" presName="compNode" presStyleCnt="0"/>
      <dgm:spPr/>
    </dgm:pt>
    <dgm:pt modelId="{2ECF9758-B730-43AC-A527-B15E69088BBF}" type="pres">
      <dgm:prSet presAssocID="{EF09EACD-381C-4818-9156-162F6F2EB317}" presName="bgRect" presStyleLbl="bgShp" presStyleIdx="1" presStyleCnt="5"/>
      <dgm:spPr/>
    </dgm:pt>
    <dgm:pt modelId="{49698149-0EE8-40F7-B238-E7D8E8F849AA}" type="pres">
      <dgm:prSet presAssocID="{EF09EACD-381C-4818-9156-162F6F2EB317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F8724A18-6B6E-4BAB-BC8B-AB730E335EB3}" type="pres">
      <dgm:prSet presAssocID="{EF09EACD-381C-4818-9156-162F6F2EB317}" presName="spaceRect" presStyleCnt="0"/>
      <dgm:spPr/>
    </dgm:pt>
    <dgm:pt modelId="{E7F3999D-E868-4441-9592-3413257914C1}" type="pres">
      <dgm:prSet presAssocID="{EF09EACD-381C-4818-9156-162F6F2EB317}" presName="parTx" presStyleLbl="revTx" presStyleIdx="1" presStyleCnt="5">
        <dgm:presLayoutVars>
          <dgm:chMax val="0"/>
          <dgm:chPref val="0"/>
        </dgm:presLayoutVars>
      </dgm:prSet>
      <dgm:spPr/>
    </dgm:pt>
    <dgm:pt modelId="{31A9C45D-3CAE-4573-BE6D-302D15E9E79B}" type="pres">
      <dgm:prSet presAssocID="{9A611355-872A-4C01-9763-4816C9A11D19}" presName="sibTrans" presStyleCnt="0"/>
      <dgm:spPr/>
    </dgm:pt>
    <dgm:pt modelId="{4532154A-A608-409A-B8EF-15CEB89F9D4B}" type="pres">
      <dgm:prSet presAssocID="{441A9F53-023E-439B-89B0-FD11DEC42472}" presName="compNode" presStyleCnt="0"/>
      <dgm:spPr/>
    </dgm:pt>
    <dgm:pt modelId="{49256208-10A9-4DA4-B0EE-946ABF26C63B}" type="pres">
      <dgm:prSet presAssocID="{441A9F53-023E-439B-89B0-FD11DEC42472}" presName="bgRect" presStyleLbl="bgShp" presStyleIdx="2" presStyleCnt="5"/>
      <dgm:spPr/>
    </dgm:pt>
    <dgm:pt modelId="{127CA335-2826-4547-9D67-7DC55C374200}" type="pres">
      <dgm:prSet presAssocID="{441A9F53-023E-439B-89B0-FD11DEC42472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03ECFDAC-27AA-430D-9F5E-6C2298A69A89}" type="pres">
      <dgm:prSet presAssocID="{441A9F53-023E-439B-89B0-FD11DEC42472}" presName="spaceRect" presStyleCnt="0"/>
      <dgm:spPr/>
    </dgm:pt>
    <dgm:pt modelId="{BE5FC9EB-03EA-4C46-94FD-443165EBDC53}" type="pres">
      <dgm:prSet presAssocID="{441A9F53-023E-439B-89B0-FD11DEC42472}" presName="parTx" presStyleLbl="revTx" presStyleIdx="2" presStyleCnt="5">
        <dgm:presLayoutVars>
          <dgm:chMax val="0"/>
          <dgm:chPref val="0"/>
        </dgm:presLayoutVars>
      </dgm:prSet>
      <dgm:spPr/>
    </dgm:pt>
    <dgm:pt modelId="{01814E2E-6B02-42AD-96B1-ADA612D06178}" type="pres">
      <dgm:prSet presAssocID="{D31542DC-76FE-4F18-B006-B3C546862C02}" presName="sibTrans" presStyleCnt="0"/>
      <dgm:spPr/>
    </dgm:pt>
    <dgm:pt modelId="{94BCA949-1D85-4C05-B667-E2BE657D6CDC}" type="pres">
      <dgm:prSet presAssocID="{19C00FB8-4EBB-42F4-BE3A-99AD158151E9}" presName="compNode" presStyleCnt="0"/>
      <dgm:spPr/>
    </dgm:pt>
    <dgm:pt modelId="{D3EF8343-2C0A-4887-96D4-CCD22AC6DA4D}" type="pres">
      <dgm:prSet presAssocID="{19C00FB8-4EBB-42F4-BE3A-99AD158151E9}" presName="bgRect" presStyleLbl="bgShp" presStyleIdx="3" presStyleCnt="5"/>
      <dgm:spPr/>
    </dgm:pt>
    <dgm:pt modelId="{61F0EE9A-D09A-4777-8901-F6E0A1A95C98}" type="pres">
      <dgm:prSet presAssocID="{19C00FB8-4EBB-42F4-BE3A-99AD158151E9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CBAC304-CF33-401D-A68D-53861D335D33}" type="pres">
      <dgm:prSet presAssocID="{19C00FB8-4EBB-42F4-BE3A-99AD158151E9}" presName="spaceRect" presStyleCnt="0"/>
      <dgm:spPr/>
    </dgm:pt>
    <dgm:pt modelId="{2762B824-E8D8-47A3-9A90-F96448D976F9}" type="pres">
      <dgm:prSet presAssocID="{19C00FB8-4EBB-42F4-BE3A-99AD158151E9}" presName="parTx" presStyleLbl="revTx" presStyleIdx="3" presStyleCnt="5">
        <dgm:presLayoutVars>
          <dgm:chMax val="0"/>
          <dgm:chPref val="0"/>
        </dgm:presLayoutVars>
      </dgm:prSet>
      <dgm:spPr/>
    </dgm:pt>
    <dgm:pt modelId="{C6DF27D3-1FAB-4C56-BC6C-849EE6332991}" type="pres">
      <dgm:prSet presAssocID="{443641E6-CB67-4BDE-8847-62EC6F69142B}" presName="sibTrans" presStyleCnt="0"/>
      <dgm:spPr/>
    </dgm:pt>
    <dgm:pt modelId="{87F680D0-B16F-4168-88BB-3CCF3B875447}" type="pres">
      <dgm:prSet presAssocID="{2AF96652-4745-44E1-9CCC-09B07B2FC8AD}" presName="compNode" presStyleCnt="0"/>
      <dgm:spPr/>
    </dgm:pt>
    <dgm:pt modelId="{693C8610-6474-4024-BF36-6B0457AC0015}" type="pres">
      <dgm:prSet presAssocID="{2AF96652-4745-44E1-9CCC-09B07B2FC8AD}" presName="bgRect" presStyleLbl="bgShp" presStyleIdx="4" presStyleCnt="5"/>
      <dgm:spPr/>
    </dgm:pt>
    <dgm:pt modelId="{2A19034E-D549-49EF-BD34-3D1339E80FFF}" type="pres">
      <dgm:prSet presAssocID="{2AF96652-4745-44E1-9CCC-09B07B2FC8AD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46E42F75-A723-4E66-BBAC-5CDDFFC672A4}" type="pres">
      <dgm:prSet presAssocID="{2AF96652-4745-44E1-9CCC-09B07B2FC8AD}" presName="spaceRect" presStyleCnt="0"/>
      <dgm:spPr/>
    </dgm:pt>
    <dgm:pt modelId="{42FCE63F-1D7C-4503-85FA-ED3A0ECBFA9A}" type="pres">
      <dgm:prSet presAssocID="{2AF96652-4745-44E1-9CCC-09B07B2FC8AD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9D776718-ADEE-4233-B2A1-DD7E895E355E}" srcId="{FDA4F35A-1C20-4D72-9CB0-19D846FAAAA6}" destId="{19C00FB8-4EBB-42F4-BE3A-99AD158151E9}" srcOrd="3" destOrd="0" parTransId="{7A5FFD00-7F1E-4824-854D-FD15FA877704}" sibTransId="{443641E6-CB67-4BDE-8847-62EC6F69142B}"/>
    <dgm:cxn modelId="{8B5DBC27-464F-450E-8BB1-FBCD5125651C}" srcId="{FDA4F35A-1C20-4D72-9CB0-19D846FAAAA6}" destId="{F546DB2A-6F68-4E3B-825F-0D0856D9C5CD}" srcOrd="0" destOrd="0" parTransId="{BB89643B-B93D-44AB-B0D5-F3A496EC0DF7}" sibTransId="{24846159-B41D-431D-A70B-D7F82628FF71}"/>
    <dgm:cxn modelId="{1A5F0939-984A-4BD5-901D-E8D820C1DE1A}" srcId="{FDA4F35A-1C20-4D72-9CB0-19D846FAAAA6}" destId="{2AF96652-4745-44E1-9CCC-09B07B2FC8AD}" srcOrd="4" destOrd="0" parTransId="{048B95E8-13FD-44B3-9C9B-B193BC8B4A02}" sibTransId="{9612071A-61BA-4FCF-A45C-6FB97103CE0E}"/>
    <dgm:cxn modelId="{CB03C852-7BB0-4056-8928-98F940D2DF64}" srcId="{FDA4F35A-1C20-4D72-9CB0-19D846FAAAA6}" destId="{441A9F53-023E-439B-89B0-FD11DEC42472}" srcOrd="2" destOrd="0" parTransId="{EFAD70B2-B4BF-438E-8DD4-3AE87E1AF963}" sibTransId="{D31542DC-76FE-4F18-B006-B3C546862C02}"/>
    <dgm:cxn modelId="{B8D78386-70A7-4C8D-ADC1-1D1A91B4CAF4}" type="presOf" srcId="{FDA4F35A-1C20-4D72-9CB0-19D846FAAAA6}" destId="{7F698D5E-ECA9-4861-AC23-54D20E7958AD}" srcOrd="0" destOrd="0" presId="urn:microsoft.com/office/officeart/2018/2/layout/IconVerticalSolidList"/>
    <dgm:cxn modelId="{3B33509D-09BC-4505-B148-907704C7A559}" type="presOf" srcId="{EF09EACD-381C-4818-9156-162F6F2EB317}" destId="{E7F3999D-E868-4441-9592-3413257914C1}" srcOrd="0" destOrd="0" presId="urn:microsoft.com/office/officeart/2018/2/layout/IconVerticalSolidList"/>
    <dgm:cxn modelId="{03C5EBBE-AC57-4AD0-9123-B4925EAC0748}" srcId="{FDA4F35A-1C20-4D72-9CB0-19D846FAAAA6}" destId="{EF09EACD-381C-4818-9156-162F6F2EB317}" srcOrd="1" destOrd="0" parTransId="{E752398F-9F84-4730-BC6D-05F8E05BD478}" sibTransId="{9A611355-872A-4C01-9763-4816C9A11D19}"/>
    <dgm:cxn modelId="{210DBCD8-8819-4784-8DCE-B62C542CC6D1}" type="presOf" srcId="{19C00FB8-4EBB-42F4-BE3A-99AD158151E9}" destId="{2762B824-E8D8-47A3-9A90-F96448D976F9}" srcOrd="0" destOrd="0" presId="urn:microsoft.com/office/officeart/2018/2/layout/IconVerticalSolidList"/>
    <dgm:cxn modelId="{C60C03F7-2311-4D29-A3F6-F51A849C20F7}" type="presOf" srcId="{2AF96652-4745-44E1-9CCC-09B07B2FC8AD}" destId="{42FCE63F-1D7C-4503-85FA-ED3A0ECBFA9A}" srcOrd="0" destOrd="0" presId="urn:microsoft.com/office/officeart/2018/2/layout/IconVerticalSolidList"/>
    <dgm:cxn modelId="{798841F7-5B85-4998-B77A-7B8207CF16A2}" type="presOf" srcId="{F546DB2A-6F68-4E3B-825F-0D0856D9C5CD}" destId="{0A4BDE24-478C-45D9-956B-7AAB1AC15604}" srcOrd="0" destOrd="0" presId="urn:microsoft.com/office/officeart/2018/2/layout/IconVerticalSolidList"/>
    <dgm:cxn modelId="{B770CBFF-D3DE-4023-B423-40185E08377A}" type="presOf" srcId="{441A9F53-023E-439B-89B0-FD11DEC42472}" destId="{BE5FC9EB-03EA-4C46-94FD-443165EBDC53}" srcOrd="0" destOrd="0" presId="urn:microsoft.com/office/officeart/2018/2/layout/IconVerticalSolidList"/>
    <dgm:cxn modelId="{255D4EE3-BD1F-4CF5-8FF6-CEC60F8F5AD8}" type="presParOf" srcId="{7F698D5E-ECA9-4861-AC23-54D20E7958AD}" destId="{75E3A63A-F019-429C-ABFA-7B9C4577B1F2}" srcOrd="0" destOrd="0" presId="urn:microsoft.com/office/officeart/2018/2/layout/IconVerticalSolidList"/>
    <dgm:cxn modelId="{23953E89-777B-4D01-9E70-03D814FD4B49}" type="presParOf" srcId="{75E3A63A-F019-429C-ABFA-7B9C4577B1F2}" destId="{5142577C-408C-4D13-BE83-0A5A1A40088D}" srcOrd="0" destOrd="0" presId="urn:microsoft.com/office/officeart/2018/2/layout/IconVerticalSolidList"/>
    <dgm:cxn modelId="{5483B207-E2DB-48C9-B657-FFFC19BD4485}" type="presParOf" srcId="{75E3A63A-F019-429C-ABFA-7B9C4577B1F2}" destId="{FB8113CD-54D1-4E2C-B81A-54C38F60170B}" srcOrd="1" destOrd="0" presId="urn:microsoft.com/office/officeart/2018/2/layout/IconVerticalSolidList"/>
    <dgm:cxn modelId="{03D44E83-8411-44ED-9BFB-F01B0D259028}" type="presParOf" srcId="{75E3A63A-F019-429C-ABFA-7B9C4577B1F2}" destId="{009B3BA3-3E5F-4F9E-9D66-E60B2BD95AE9}" srcOrd="2" destOrd="0" presId="urn:microsoft.com/office/officeart/2018/2/layout/IconVerticalSolidList"/>
    <dgm:cxn modelId="{22E628F1-B28C-4A50-AAAB-57DC53B9B979}" type="presParOf" srcId="{75E3A63A-F019-429C-ABFA-7B9C4577B1F2}" destId="{0A4BDE24-478C-45D9-956B-7AAB1AC15604}" srcOrd="3" destOrd="0" presId="urn:microsoft.com/office/officeart/2018/2/layout/IconVerticalSolidList"/>
    <dgm:cxn modelId="{F2CB648D-F94E-445D-92A3-643C16BB2635}" type="presParOf" srcId="{7F698D5E-ECA9-4861-AC23-54D20E7958AD}" destId="{256CCB33-E1FB-445D-9135-203111358193}" srcOrd="1" destOrd="0" presId="urn:microsoft.com/office/officeart/2018/2/layout/IconVerticalSolidList"/>
    <dgm:cxn modelId="{38013018-8A58-45EC-83BA-3A90D2A5BB9C}" type="presParOf" srcId="{7F698D5E-ECA9-4861-AC23-54D20E7958AD}" destId="{761A1DF1-131E-400A-A8F9-B42B08072C2F}" srcOrd="2" destOrd="0" presId="urn:microsoft.com/office/officeart/2018/2/layout/IconVerticalSolidList"/>
    <dgm:cxn modelId="{EBE00D77-94B6-44E5-A2D3-DFAE8BED1CE1}" type="presParOf" srcId="{761A1DF1-131E-400A-A8F9-B42B08072C2F}" destId="{2ECF9758-B730-43AC-A527-B15E69088BBF}" srcOrd="0" destOrd="0" presId="urn:microsoft.com/office/officeart/2018/2/layout/IconVerticalSolidList"/>
    <dgm:cxn modelId="{F6B4B8C4-6A4C-4913-8411-8A8A7DDF46C6}" type="presParOf" srcId="{761A1DF1-131E-400A-A8F9-B42B08072C2F}" destId="{49698149-0EE8-40F7-B238-E7D8E8F849AA}" srcOrd="1" destOrd="0" presId="urn:microsoft.com/office/officeart/2018/2/layout/IconVerticalSolidList"/>
    <dgm:cxn modelId="{C3800627-A3B2-4567-9C40-C80D0878C243}" type="presParOf" srcId="{761A1DF1-131E-400A-A8F9-B42B08072C2F}" destId="{F8724A18-6B6E-4BAB-BC8B-AB730E335EB3}" srcOrd="2" destOrd="0" presId="urn:microsoft.com/office/officeart/2018/2/layout/IconVerticalSolidList"/>
    <dgm:cxn modelId="{58833F79-7F51-427D-B78B-792F7605773E}" type="presParOf" srcId="{761A1DF1-131E-400A-A8F9-B42B08072C2F}" destId="{E7F3999D-E868-4441-9592-3413257914C1}" srcOrd="3" destOrd="0" presId="urn:microsoft.com/office/officeart/2018/2/layout/IconVerticalSolidList"/>
    <dgm:cxn modelId="{E9C9FBCC-5327-4B38-A238-C3314CFBADF9}" type="presParOf" srcId="{7F698D5E-ECA9-4861-AC23-54D20E7958AD}" destId="{31A9C45D-3CAE-4573-BE6D-302D15E9E79B}" srcOrd="3" destOrd="0" presId="urn:microsoft.com/office/officeart/2018/2/layout/IconVerticalSolidList"/>
    <dgm:cxn modelId="{29A9E77C-6A06-4943-AD44-12079CDB21D6}" type="presParOf" srcId="{7F698D5E-ECA9-4861-AC23-54D20E7958AD}" destId="{4532154A-A608-409A-B8EF-15CEB89F9D4B}" srcOrd="4" destOrd="0" presId="urn:microsoft.com/office/officeart/2018/2/layout/IconVerticalSolidList"/>
    <dgm:cxn modelId="{33E72917-6C8C-4E11-9AE7-ED610C42D970}" type="presParOf" srcId="{4532154A-A608-409A-B8EF-15CEB89F9D4B}" destId="{49256208-10A9-4DA4-B0EE-946ABF26C63B}" srcOrd="0" destOrd="0" presId="urn:microsoft.com/office/officeart/2018/2/layout/IconVerticalSolidList"/>
    <dgm:cxn modelId="{5820A840-2DBD-48D9-BC46-F06A0BD7E6DC}" type="presParOf" srcId="{4532154A-A608-409A-B8EF-15CEB89F9D4B}" destId="{127CA335-2826-4547-9D67-7DC55C374200}" srcOrd="1" destOrd="0" presId="urn:microsoft.com/office/officeart/2018/2/layout/IconVerticalSolidList"/>
    <dgm:cxn modelId="{06BB6B14-28D9-4FE7-AAE4-F10131520827}" type="presParOf" srcId="{4532154A-A608-409A-B8EF-15CEB89F9D4B}" destId="{03ECFDAC-27AA-430D-9F5E-6C2298A69A89}" srcOrd="2" destOrd="0" presId="urn:microsoft.com/office/officeart/2018/2/layout/IconVerticalSolidList"/>
    <dgm:cxn modelId="{2B4F0E27-AFB9-43BC-A7C8-DF348E0C856A}" type="presParOf" srcId="{4532154A-A608-409A-B8EF-15CEB89F9D4B}" destId="{BE5FC9EB-03EA-4C46-94FD-443165EBDC53}" srcOrd="3" destOrd="0" presId="urn:microsoft.com/office/officeart/2018/2/layout/IconVerticalSolidList"/>
    <dgm:cxn modelId="{36A087D1-3150-4300-A6BC-B024D5DB29D5}" type="presParOf" srcId="{7F698D5E-ECA9-4861-AC23-54D20E7958AD}" destId="{01814E2E-6B02-42AD-96B1-ADA612D06178}" srcOrd="5" destOrd="0" presId="urn:microsoft.com/office/officeart/2018/2/layout/IconVerticalSolidList"/>
    <dgm:cxn modelId="{86926599-F74F-4C80-A2BD-8BE8E86FA650}" type="presParOf" srcId="{7F698D5E-ECA9-4861-AC23-54D20E7958AD}" destId="{94BCA949-1D85-4C05-B667-E2BE657D6CDC}" srcOrd="6" destOrd="0" presId="urn:microsoft.com/office/officeart/2018/2/layout/IconVerticalSolidList"/>
    <dgm:cxn modelId="{92CC30F9-447B-4465-9DE0-6E1372F58453}" type="presParOf" srcId="{94BCA949-1D85-4C05-B667-E2BE657D6CDC}" destId="{D3EF8343-2C0A-4887-96D4-CCD22AC6DA4D}" srcOrd="0" destOrd="0" presId="urn:microsoft.com/office/officeart/2018/2/layout/IconVerticalSolidList"/>
    <dgm:cxn modelId="{7B7345B2-0F36-4D34-AF46-2D8155E4E830}" type="presParOf" srcId="{94BCA949-1D85-4C05-B667-E2BE657D6CDC}" destId="{61F0EE9A-D09A-4777-8901-F6E0A1A95C98}" srcOrd="1" destOrd="0" presId="urn:microsoft.com/office/officeart/2018/2/layout/IconVerticalSolidList"/>
    <dgm:cxn modelId="{0ADD1F7E-8B9A-4473-85A1-7892BBD3BF98}" type="presParOf" srcId="{94BCA949-1D85-4C05-B667-E2BE657D6CDC}" destId="{ACBAC304-CF33-401D-A68D-53861D335D33}" srcOrd="2" destOrd="0" presId="urn:microsoft.com/office/officeart/2018/2/layout/IconVerticalSolidList"/>
    <dgm:cxn modelId="{10ADCBCF-4C7F-4346-B60C-4BA9D3C1B446}" type="presParOf" srcId="{94BCA949-1D85-4C05-B667-E2BE657D6CDC}" destId="{2762B824-E8D8-47A3-9A90-F96448D976F9}" srcOrd="3" destOrd="0" presId="urn:microsoft.com/office/officeart/2018/2/layout/IconVerticalSolidList"/>
    <dgm:cxn modelId="{23F528A8-DE24-4CC1-BC4E-9E4C75E9C9DA}" type="presParOf" srcId="{7F698D5E-ECA9-4861-AC23-54D20E7958AD}" destId="{C6DF27D3-1FAB-4C56-BC6C-849EE6332991}" srcOrd="7" destOrd="0" presId="urn:microsoft.com/office/officeart/2018/2/layout/IconVerticalSolidList"/>
    <dgm:cxn modelId="{C17FCD54-97B8-424C-A72A-E9796453391B}" type="presParOf" srcId="{7F698D5E-ECA9-4861-AC23-54D20E7958AD}" destId="{87F680D0-B16F-4168-88BB-3CCF3B875447}" srcOrd="8" destOrd="0" presId="urn:microsoft.com/office/officeart/2018/2/layout/IconVerticalSolidList"/>
    <dgm:cxn modelId="{A4596F96-758D-4B97-9E28-A15F44E702B6}" type="presParOf" srcId="{87F680D0-B16F-4168-88BB-3CCF3B875447}" destId="{693C8610-6474-4024-BF36-6B0457AC0015}" srcOrd="0" destOrd="0" presId="urn:microsoft.com/office/officeart/2018/2/layout/IconVerticalSolidList"/>
    <dgm:cxn modelId="{37B89604-9AE1-40FB-8F10-EC713EDA8159}" type="presParOf" srcId="{87F680D0-B16F-4168-88BB-3CCF3B875447}" destId="{2A19034E-D549-49EF-BD34-3D1339E80FFF}" srcOrd="1" destOrd="0" presId="urn:microsoft.com/office/officeart/2018/2/layout/IconVerticalSolidList"/>
    <dgm:cxn modelId="{2CD9F952-6111-4008-8D30-E69798BAFE6B}" type="presParOf" srcId="{87F680D0-B16F-4168-88BB-3CCF3B875447}" destId="{46E42F75-A723-4E66-BBAC-5CDDFFC672A4}" srcOrd="2" destOrd="0" presId="urn:microsoft.com/office/officeart/2018/2/layout/IconVerticalSolidList"/>
    <dgm:cxn modelId="{6BB34A65-12AA-4046-8486-F6411567D552}" type="presParOf" srcId="{87F680D0-B16F-4168-88BB-3CCF3B875447}" destId="{42FCE63F-1D7C-4503-85FA-ED3A0ECBFA9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7DE3181-E48D-402A-BACB-2ADF87036DAC}" type="doc">
      <dgm:prSet loTypeId="urn:microsoft.com/office/officeart/2016/7/layout/RepeatingBendingProcessNew" loCatId="process" qsTypeId="urn:microsoft.com/office/officeart/2005/8/quickstyle/simple1#35" qsCatId="simple" csTypeId="urn:microsoft.com/office/officeart/2005/8/colors/colorful1#3" csCatId="colorful"/>
      <dgm:spPr/>
      <dgm:t>
        <a:bodyPr/>
        <a:lstStyle/>
        <a:p>
          <a:endParaRPr lang="en-US"/>
        </a:p>
      </dgm:t>
    </dgm:pt>
    <dgm:pt modelId="{D44B2C80-D1D4-4B19-8AC8-D2BC3688EB46}">
      <dgm:prSet/>
      <dgm:spPr/>
      <dgm:t>
        <a:bodyPr/>
        <a:lstStyle/>
        <a:p>
          <a:r>
            <a:rPr lang="en-US"/>
            <a:t>Workflow 1 – Patient Registration:Registers patients, validates duplicates, generates unique Patient ID, and stores data in Supabase.</a:t>
          </a:r>
        </a:p>
      </dgm:t>
    </dgm:pt>
    <dgm:pt modelId="{8253CD6C-2A39-49FE-B6AF-E6A040200D9D}" type="parTrans" cxnId="{3CB13095-8EC8-44A3-9D9F-D3DA44BCFBFF}">
      <dgm:prSet/>
      <dgm:spPr/>
      <dgm:t>
        <a:bodyPr/>
        <a:lstStyle/>
        <a:p>
          <a:endParaRPr lang="en-US"/>
        </a:p>
      </dgm:t>
    </dgm:pt>
    <dgm:pt modelId="{AA19A0D6-D8F4-44BB-8C62-7195E354C3C2}" type="sibTrans" cxnId="{3CB13095-8EC8-44A3-9D9F-D3DA44BCFBFF}">
      <dgm:prSet/>
      <dgm:spPr/>
      <dgm:t>
        <a:bodyPr/>
        <a:lstStyle/>
        <a:p>
          <a:endParaRPr lang="en-US"/>
        </a:p>
      </dgm:t>
    </dgm:pt>
    <dgm:pt modelId="{CD2697B8-854D-4A0A-B10D-CC728AEF5A29}">
      <dgm:prSet/>
      <dgm:spPr/>
      <dgm:t>
        <a:bodyPr/>
        <a:lstStyle/>
        <a:p>
          <a:r>
            <a:rPr lang="en-US"/>
            <a:t>Workflow 2 – Appointment Booking:Books appointments using AI-assisted department prediction and doctor availability.</a:t>
          </a:r>
        </a:p>
      </dgm:t>
    </dgm:pt>
    <dgm:pt modelId="{F8AF8299-7E8A-4976-8C21-F1966779006B}" type="parTrans" cxnId="{EA5C6496-1BE8-4303-BB34-16A70F09DDF8}">
      <dgm:prSet/>
      <dgm:spPr/>
      <dgm:t>
        <a:bodyPr/>
        <a:lstStyle/>
        <a:p>
          <a:endParaRPr lang="en-US"/>
        </a:p>
      </dgm:t>
    </dgm:pt>
    <dgm:pt modelId="{5B35BED2-010C-43FE-B038-EBC2D2C7A3CC}" type="sibTrans" cxnId="{EA5C6496-1BE8-4303-BB34-16A70F09DDF8}">
      <dgm:prSet/>
      <dgm:spPr/>
      <dgm:t>
        <a:bodyPr/>
        <a:lstStyle/>
        <a:p>
          <a:endParaRPr lang="en-US"/>
        </a:p>
      </dgm:t>
    </dgm:pt>
    <dgm:pt modelId="{02127DBF-A011-4133-9F76-773CD26A7DBE}">
      <dgm:prSet/>
      <dgm:spPr/>
      <dgm:t>
        <a:bodyPr/>
        <a:lstStyle/>
        <a:p>
          <a:r>
            <a:rPr lang="en-US"/>
            <a:t>Workflow 3 – Medical Report Upload &amp; AI Analysis:Extracts text from reports and generates a structured preliminary assessment using Gemini AI.</a:t>
          </a:r>
        </a:p>
      </dgm:t>
    </dgm:pt>
    <dgm:pt modelId="{F8DD23E7-8B89-4C24-87D0-9FAD5B0A0290}" type="parTrans" cxnId="{E5F257E8-5B8B-4C0C-BF23-81A605D0EDC0}">
      <dgm:prSet/>
      <dgm:spPr/>
      <dgm:t>
        <a:bodyPr/>
        <a:lstStyle/>
        <a:p>
          <a:endParaRPr lang="en-US"/>
        </a:p>
      </dgm:t>
    </dgm:pt>
    <dgm:pt modelId="{FE264FB2-30D6-4487-B4BD-396F78CBB6CC}" type="sibTrans" cxnId="{E5F257E8-5B8B-4C0C-BF23-81A605D0EDC0}">
      <dgm:prSet/>
      <dgm:spPr/>
      <dgm:t>
        <a:bodyPr/>
        <a:lstStyle/>
        <a:p>
          <a:endParaRPr lang="en-US"/>
        </a:p>
      </dgm:t>
    </dgm:pt>
    <dgm:pt modelId="{73626419-9E38-46B8-9163-0C505ECCDCB7}">
      <dgm:prSet/>
      <dgm:spPr/>
      <dgm:t>
        <a:bodyPr/>
        <a:lstStyle/>
        <a:p>
          <a:r>
            <a:rPr lang="en-US"/>
            <a:t>Workflow 4 – Doctor Approval System:Doctors review AI recommendations and approve or reject treatment.</a:t>
          </a:r>
        </a:p>
      </dgm:t>
    </dgm:pt>
    <dgm:pt modelId="{FB8841E6-9CAB-4581-BD03-A96CC0BA0F95}" type="parTrans" cxnId="{EC2727D7-CE10-4D70-9A25-30CDD1C7CFA8}">
      <dgm:prSet/>
      <dgm:spPr/>
      <dgm:t>
        <a:bodyPr/>
        <a:lstStyle/>
        <a:p>
          <a:endParaRPr lang="en-US"/>
        </a:p>
      </dgm:t>
    </dgm:pt>
    <dgm:pt modelId="{00A2B8DC-19CF-4F97-8E7D-6386919F8058}" type="sibTrans" cxnId="{EC2727D7-CE10-4D70-9A25-30CDD1C7CFA8}">
      <dgm:prSet/>
      <dgm:spPr/>
      <dgm:t>
        <a:bodyPr/>
        <a:lstStyle/>
        <a:p>
          <a:endParaRPr lang="en-US"/>
        </a:p>
      </dgm:t>
    </dgm:pt>
    <dgm:pt modelId="{9346ED04-2723-4822-A966-42337D5D3DD6}">
      <dgm:prSet/>
      <dgm:spPr/>
      <dgm:t>
        <a:bodyPr/>
        <a:lstStyle/>
        <a:p>
          <a:r>
            <a:rPr lang="en-US"/>
            <a:t>Workflow 5 – Medication &amp; Follow-up Reminder:Automatically sends medication reminders and follow-up notifications.</a:t>
          </a:r>
        </a:p>
      </dgm:t>
    </dgm:pt>
    <dgm:pt modelId="{2829D5B9-952B-4A71-A1D6-53CDEF7F4779}" type="parTrans" cxnId="{B33073E3-02C8-4B6C-BEB2-A3518759A394}">
      <dgm:prSet/>
      <dgm:spPr/>
      <dgm:t>
        <a:bodyPr/>
        <a:lstStyle/>
        <a:p>
          <a:endParaRPr lang="en-US"/>
        </a:p>
      </dgm:t>
    </dgm:pt>
    <dgm:pt modelId="{A6960A02-57F8-4923-ABED-4C1444C5418C}" type="sibTrans" cxnId="{B33073E3-02C8-4B6C-BEB2-A3518759A394}">
      <dgm:prSet/>
      <dgm:spPr/>
      <dgm:t>
        <a:bodyPr/>
        <a:lstStyle/>
        <a:p>
          <a:endParaRPr lang="en-US"/>
        </a:p>
      </dgm:t>
    </dgm:pt>
    <dgm:pt modelId="{85F906BB-49D1-4DF9-87FF-1C82F7545B0D}">
      <dgm:prSet/>
      <dgm:spPr/>
      <dgm:t>
        <a:bodyPr/>
        <a:lstStyle/>
        <a:p>
          <a:r>
            <a:rPr lang="en-US"/>
            <a:t>Workflow 6 – Billing &amp; Analytics:Generates invoices, calculates GST, stores billing records, and emails invoices.</a:t>
          </a:r>
        </a:p>
      </dgm:t>
    </dgm:pt>
    <dgm:pt modelId="{E07435B0-FB51-494B-AA38-637CAEAEBAEC}" type="parTrans" cxnId="{2D1681B4-3F45-4313-B17C-08B07BFA53B4}">
      <dgm:prSet/>
      <dgm:spPr/>
      <dgm:t>
        <a:bodyPr/>
        <a:lstStyle/>
        <a:p>
          <a:endParaRPr lang="en-US"/>
        </a:p>
      </dgm:t>
    </dgm:pt>
    <dgm:pt modelId="{F13B0DC0-3109-493F-A421-A4FDDDCA7E9A}" type="sibTrans" cxnId="{2D1681B4-3F45-4313-B17C-08B07BFA53B4}">
      <dgm:prSet/>
      <dgm:spPr/>
      <dgm:t>
        <a:bodyPr/>
        <a:lstStyle/>
        <a:p>
          <a:endParaRPr lang="en-US"/>
        </a:p>
      </dgm:t>
    </dgm:pt>
    <dgm:pt modelId="{BBC3D726-BAEC-418B-9898-DA8984D258D5}" type="pres">
      <dgm:prSet presAssocID="{B7DE3181-E48D-402A-BACB-2ADF87036DAC}" presName="Name0" presStyleCnt="0">
        <dgm:presLayoutVars>
          <dgm:dir/>
          <dgm:resizeHandles val="exact"/>
        </dgm:presLayoutVars>
      </dgm:prSet>
      <dgm:spPr/>
    </dgm:pt>
    <dgm:pt modelId="{D6471F8A-66E1-4359-8078-3B76D0A8AE90}" type="pres">
      <dgm:prSet presAssocID="{D44B2C80-D1D4-4B19-8AC8-D2BC3688EB46}" presName="node" presStyleLbl="node1" presStyleIdx="0" presStyleCnt="6">
        <dgm:presLayoutVars>
          <dgm:bulletEnabled val="1"/>
        </dgm:presLayoutVars>
      </dgm:prSet>
      <dgm:spPr/>
    </dgm:pt>
    <dgm:pt modelId="{72F47852-F031-4F81-BB4B-BEA1EE9A5138}" type="pres">
      <dgm:prSet presAssocID="{AA19A0D6-D8F4-44BB-8C62-7195E354C3C2}" presName="sibTrans" presStyleLbl="sibTrans1D1" presStyleIdx="0" presStyleCnt="5"/>
      <dgm:spPr/>
    </dgm:pt>
    <dgm:pt modelId="{7F666DBF-BF32-4C1F-80D8-835E029DCF20}" type="pres">
      <dgm:prSet presAssocID="{AA19A0D6-D8F4-44BB-8C62-7195E354C3C2}" presName="connectorText" presStyleLbl="sibTrans1D1" presStyleIdx="0" presStyleCnt="5"/>
      <dgm:spPr/>
    </dgm:pt>
    <dgm:pt modelId="{76FC9542-EBDD-4734-868C-8F4276E516C5}" type="pres">
      <dgm:prSet presAssocID="{CD2697B8-854D-4A0A-B10D-CC728AEF5A29}" presName="node" presStyleLbl="node1" presStyleIdx="1" presStyleCnt="6">
        <dgm:presLayoutVars>
          <dgm:bulletEnabled val="1"/>
        </dgm:presLayoutVars>
      </dgm:prSet>
      <dgm:spPr/>
    </dgm:pt>
    <dgm:pt modelId="{C75A8EFF-D796-43D3-97E9-FDFB937162C6}" type="pres">
      <dgm:prSet presAssocID="{5B35BED2-010C-43FE-B038-EBC2D2C7A3CC}" presName="sibTrans" presStyleLbl="sibTrans1D1" presStyleIdx="1" presStyleCnt="5"/>
      <dgm:spPr/>
    </dgm:pt>
    <dgm:pt modelId="{8115F4EE-F377-479A-A84D-25205B53B52C}" type="pres">
      <dgm:prSet presAssocID="{5B35BED2-010C-43FE-B038-EBC2D2C7A3CC}" presName="connectorText" presStyleLbl="sibTrans1D1" presStyleIdx="1" presStyleCnt="5"/>
      <dgm:spPr/>
    </dgm:pt>
    <dgm:pt modelId="{B74AFFE6-8117-4B85-8882-B4DF336F0B5A}" type="pres">
      <dgm:prSet presAssocID="{02127DBF-A011-4133-9F76-773CD26A7DBE}" presName="node" presStyleLbl="node1" presStyleIdx="2" presStyleCnt="6">
        <dgm:presLayoutVars>
          <dgm:bulletEnabled val="1"/>
        </dgm:presLayoutVars>
      </dgm:prSet>
      <dgm:spPr/>
    </dgm:pt>
    <dgm:pt modelId="{354D0320-18C2-4AF3-9D38-E4170668D43F}" type="pres">
      <dgm:prSet presAssocID="{FE264FB2-30D6-4487-B4BD-396F78CBB6CC}" presName="sibTrans" presStyleLbl="sibTrans1D1" presStyleIdx="2" presStyleCnt="5"/>
      <dgm:spPr/>
    </dgm:pt>
    <dgm:pt modelId="{A25CE8AC-9960-4A2B-923D-2916FB3F56D4}" type="pres">
      <dgm:prSet presAssocID="{FE264FB2-30D6-4487-B4BD-396F78CBB6CC}" presName="connectorText" presStyleLbl="sibTrans1D1" presStyleIdx="2" presStyleCnt="5"/>
      <dgm:spPr/>
    </dgm:pt>
    <dgm:pt modelId="{7F53E8A2-57BA-4D05-9C7E-5FBD47197296}" type="pres">
      <dgm:prSet presAssocID="{73626419-9E38-46B8-9163-0C505ECCDCB7}" presName="node" presStyleLbl="node1" presStyleIdx="3" presStyleCnt="6">
        <dgm:presLayoutVars>
          <dgm:bulletEnabled val="1"/>
        </dgm:presLayoutVars>
      </dgm:prSet>
      <dgm:spPr/>
    </dgm:pt>
    <dgm:pt modelId="{E51098C9-1F36-414A-A2B8-6B1884E8D725}" type="pres">
      <dgm:prSet presAssocID="{00A2B8DC-19CF-4F97-8E7D-6386919F8058}" presName="sibTrans" presStyleLbl="sibTrans1D1" presStyleIdx="3" presStyleCnt="5"/>
      <dgm:spPr/>
    </dgm:pt>
    <dgm:pt modelId="{EA2109EF-F26C-4D3D-8B82-5980BD8F81D3}" type="pres">
      <dgm:prSet presAssocID="{00A2B8DC-19CF-4F97-8E7D-6386919F8058}" presName="connectorText" presStyleLbl="sibTrans1D1" presStyleIdx="3" presStyleCnt="5"/>
      <dgm:spPr/>
    </dgm:pt>
    <dgm:pt modelId="{44B1680F-FBB8-4B22-AE5A-504B3B3CD8A4}" type="pres">
      <dgm:prSet presAssocID="{9346ED04-2723-4822-A966-42337D5D3DD6}" presName="node" presStyleLbl="node1" presStyleIdx="4" presStyleCnt="6">
        <dgm:presLayoutVars>
          <dgm:bulletEnabled val="1"/>
        </dgm:presLayoutVars>
      </dgm:prSet>
      <dgm:spPr/>
    </dgm:pt>
    <dgm:pt modelId="{A4BA02C6-70E7-40C9-ADE0-0AF8FFE1B90F}" type="pres">
      <dgm:prSet presAssocID="{A6960A02-57F8-4923-ABED-4C1444C5418C}" presName="sibTrans" presStyleLbl="sibTrans1D1" presStyleIdx="4" presStyleCnt="5"/>
      <dgm:spPr/>
    </dgm:pt>
    <dgm:pt modelId="{20A41AC2-4D3E-4DC0-91B3-8CBB44BF538E}" type="pres">
      <dgm:prSet presAssocID="{A6960A02-57F8-4923-ABED-4C1444C5418C}" presName="connectorText" presStyleLbl="sibTrans1D1" presStyleIdx="4" presStyleCnt="5"/>
      <dgm:spPr/>
    </dgm:pt>
    <dgm:pt modelId="{E1CD22F9-4C16-4892-BFCB-BEA41E8B4E38}" type="pres">
      <dgm:prSet presAssocID="{85F906BB-49D1-4DF9-87FF-1C82F7545B0D}" presName="node" presStyleLbl="node1" presStyleIdx="5" presStyleCnt="6">
        <dgm:presLayoutVars>
          <dgm:bulletEnabled val="1"/>
        </dgm:presLayoutVars>
      </dgm:prSet>
      <dgm:spPr/>
    </dgm:pt>
  </dgm:ptLst>
  <dgm:cxnLst>
    <dgm:cxn modelId="{A83FBC06-4323-4338-BC6E-77E582B62D1C}" type="presOf" srcId="{00A2B8DC-19CF-4F97-8E7D-6386919F8058}" destId="{E51098C9-1F36-414A-A2B8-6B1884E8D725}" srcOrd="0" destOrd="0" presId="urn:microsoft.com/office/officeart/2016/7/layout/RepeatingBendingProcessNew"/>
    <dgm:cxn modelId="{39B3AF0B-745E-46B8-BA52-5C148193CC1D}" type="presOf" srcId="{9346ED04-2723-4822-A966-42337D5D3DD6}" destId="{44B1680F-FBB8-4B22-AE5A-504B3B3CD8A4}" srcOrd="0" destOrd="0" presId="urn:microsoft.com/office/officeart/2016/7/layout/RepeatingBendingProcessNew"/>
    <dgm:cxn modelId="{0F89860D-85B7-4A4A-A833-4A14E106884B}" type="presOf" srcId="{A6960A02-57F8-4923-ABED-4C1444C5418C}" destId="{20A41AC2-4D3E-4DC0-91B3-8CBB44BF538E}" srcOrd="1" destOrd="0" presId="urn:microsoft.com/office/officeart/2016/7/layout/RepeatingBendingProcessNew"/>
    <dgm:cxn modelId="{575D361C-87DB-4646-A5D6-169BD0A44CD1}" type="presOf" srcId="{73626419-9E38-46B8-9163-0C505ECCDCB7}" destId="{7F53E8A2-57BA-4D05-9C7E-5FBD47197296}" srcOrd="0" destOrd="0" presId="urn:microsoft.com/office/officeart/2016/7/layout/RepeatingBendingProcessNew"/>
    <dgm:cxn modelId="{5ACD275F-3093-44CA-9EA7-1EF3C42F21A0}" type="presOf" srcId="{B7DE3181-E48D-402A-BACB-2ADF87036DAC}" destId="{BBC3D726-BAEC-418B-9898-DA8984D258D5}" srcOrd="0" destOrd="0" presId="urn:microsoft.com/office/officeart/2016/7/layout/RepeatingBendingProcessNew"/>
    <dgm:cxn modelId="{51DF1842-92AE-4B49-B8E9-1D26EDFC7AF8}" type="presOf" srcId="{02127DBF-A011-4133-9F76-773CD26A7DBE}" destId="{B74AFFE6-8117-4B85-8882-B4DF336F0B5A}" srcOrd="0" destOrd="0" presId="urn:microsoft.com/office/officeart/2016/7/layout/RepeatingBendingProcessNew"/>
    <dgm:cxn modelId="{D16B596A-82EE-4E15-9ABB-1428EFCFC6D0}" type="presOf" srcId="{FE264FB2-30D6-4487-B4BD-396F78CBB6CC}" destId="{354D0320-18C2-4AF3-9D38-E4170668D43F}" srcOrd="0" destOrd="0" presId="urn:microsoft.com/office/officeart/2016/7/layout/RepeatingBendingProcessNew"/>
    <dgm:cxn modelId="{87C02752-8C24-45A7-9F8F-0E64B67C135D}" type="presOf" srcId="{A6960A02-57F8-4923-ABED-4C1444C5418C}" destId="{A4BA02C6-70E7-40C9-ADE0-0AF8FFE1B90F}" srcOrd="0" destOrd="0" presId="urn:microsoft.com/office/officeart/2016/7/layout/RepeatingBendingProcessNew"/>
    <dgm:cxn modelId="{645BB155-CEC0-467B-969C-321FBBB906AE}" type="presOf" srcId="{AA19A0D6-D8F4-44BB-8C62-7195E354C3C2}" destId="{72F47852-F031-4F81-BB4B-BEA1EE9A5138}" srcOrd="0" destOrd="0" presId="urn:microsoft.com/office/officeart/2016/7/layout/RepeatingBendingProcessNew"/>
    <dgm:cxn modelId="{405F5D80-8C7A-4602-BE2B-C47666BF974C}" type="presOf" srcId="{FE264FB2-30D6-4487-B4BD-396F78CBB6CC}" destId="{A25CE8AC-9960-4A2B-923D-2916FB3F56D4}" srcOrd="1" destOrd="0" presId="urn:microsoft.com/office/officeart/2016/7/layout/RepeatingBendingProcessNew"/>
    <dgm:cxn modelId="{40FE0583-C088-464F-8F69-660B0A014F1F}" type="presOf" srcId="{85F906BB-49D1-4DF9-87FF-1C82F7545B0D}" destId="{E1CD22F9-4C16-4892-BFCB-BEA41E8B4E38}" srcOrd="0" destOrd="0" presId="urn:microsoft.com/office/officeart/2016/7/layout/RepeatingBendingProcessNew"/>
    <dgm:cxn modelId="{0B32ED89-7A8D-492F-BD3E-5AD367415215}" type="presOf" srcId="{5B35BED2-010C-43FE-B038-EBC2D2C7A3CC}" destId="{C75A8EFF-D796-43D3-97E9-FDFB937162C6}" srcOrd="0" destOrd="0" presId="urn:microsoft.com/office/officeart/2016/7/layout/RepeatingBendingProcessNew"/>
    <dgm:cxn modelId="{1A67288D-72B9-41CB-BDE7-29B376BC82FC}" type="presOf" srcId="{D44B2C80-D1D4-4B19-8AC8-D2BC3688EB46}" destId="{D6471F8A-66E1-4359-8078-3B76D0A8AE90}" srcOrd="0" destOrd="0" presId="urn:microsoft.com/office/officeart/2016/7/layout/RepeatingBendingProcessNew"/>
    <dgm:cxn modelId="{3CB13095-8EC8-44A3-9D9F-D3DA44BCFBFF}" srcId="{B7DE3181-E48D-402A-BACB-2ADF87036DAC}" destId="{D44B2C80-D1D4-4B19-8AC8-D2BC3688EB46}" srcOrd="0" destOrd="0" parTransId="{8253CD6C-2A39-49FE-B6AF-E6A040200D9D}" sibTransId="{AA19A0D6-D8F4-44BB-8C62-7195E354C3C2}"/>
    <dgm:cxn modelId="{EA5C6496-1BE8-4303-BB34-16A70F09DDF8}" srcId="{B7DE3181-E48D-402A-BACB-2ADF87036DAC}" destId="{CD2697B8-854D-4A0A-B10D-CC728AEF5A29}" srcOrd="1" destOrd="0" parTransId="{F8AF8299-7E8A-4976-8C21-F1966779006B}" sibTransId="{5B35BED2-010C-43FE-B038-EBC2D2C7A3CC}"/>
    <dgm:cxn modelId="{EE356CA2-8D64-4210-95CF-DC30A9B1F9BE}" type="presOf" srcId="{CD2697B8-854D-4A0A-B10D-CC728AEF5A29}" destId="{76FC9542-EBDD-4734-868C-8F4276E516C5}" srcOrd="0" destOrd="0" presId="urn:microsoft.com/office/officeart/2016/7/layout/RepeatingBendingProcessNew"/>
    <dgm:cxn modelId="{2D1681B4-3F45-4313-B17C-08B07BFA53B4}" srcId="{B7DE3181-E48D-402A-BACB-2ADF87036DAC}" destId="{85F906BB-49D1-4DF9-87FF-1C82F7545B0D}" srcOrd="5" destOrd="0" parTransId="{E07435B0-FB51-494B-AA38-637CAEAEBAEC}" sibTransId="{F13B0DC0-3109-493F-A421-A4FDDDCA7E9A}"/>
    <dgm:cxn modelId="{4E5AD3BA-EF13-462D-BCFF-4B663C61EF27}" type="presOf" srcId="{AA19A0D6-D8F4-44BB-8C62-7195E354C3C2}" destId="{7F666DBF-BF32-4C1F-80D8-835E029DCF20}" srcOrd="1" destOrd="0" presId="urn:microsoft.com/office/officeart/2016/7/layout/RepeatingBendingProcessNew"/>
    <dgm:cxn modelId="{3A8B9BC5-6369-4592-A2B7-38BD8D73069A}" type="presOf" srcId="{00A2B8DC-19CF-4F97-8E7D-6386919F8058}" destId="{EA2109EF-F26C-4D3D-8B82-5980BD8F81D3}" srcOrd="1" destOrd="0" presId="urn:microsoft.com/office/officeart/2016/7/layout/RepeatingBendingProcessNew"/>
    <dgm:cxn modelId="{EC2727D7-CE10-4D70-9A25-30CDD1C7CFA8}" srcId="{B7DE3181-E48D-402A-BACB-2ADF87036DAC}" destId="{73626419-9E38-46B8-9163-0C505ECCDCB7}" srcOrd="3" destOrd="0" parTransId="{FB8841E6-9CAB-4581-BD03-A96CC0BA0F95}" sibTransId="{00A2B8DC-19CF-4F97-8E7D-6386919F8058}"/>
    <dgm:cxn modelId="{B33073E3-02C8-4B6C-BEB2-A3518759A394}" srcId="{B7DE3181-E48D-402A-BACB-2ADF87036DAC}" destId="{9346ED04-2723-4822-A966-42337D5D3DD6}" srcOrd="4" destOrd="0" parTransId="{2829D5B9-952B-4A71-A1D6-53CDEF7F4779}" sibTransId="{A6960A02-57F8-4923-ABED-4C1444C5418C}"/>
    <dgm:cxn modelId="{E5F257E8-5B8B-4C0C-BF23-81A605D0EDC0}" srcId="{B7DE3181-E48D-402A-BACB-2ADF87036DAC}" destId="{02127DBF-A011-4133-9F76-773CD26A7DBE}" srcOrd="2" destOrd="0" parTransId="{F8DD23E7-8B89-4C24-87D0-9FAD5B0A0290}" sibTransId="{FE264FB2-30D6-4487-B4BD-396F78CBB6CC}"/>
    <dgm:cxn modelId="{FC90DFEA-F32A-4FFD-B11B-5080E8E33312}" type="presOf" srcId="{5B35BED2-010C-43FE-B038-EBC2D2C7A3CC}" destId="{8115F4EE-F377-479A-A84D-25205B53B52C}" srcOrd="1" destOrd="0" presId="urn:microsoft.com/office/officeart/2016/7/layout/RepeatingBendingProcessNew"/>
    <dgm:cxn modelId="{32DE0314-81E4-4DDF-82B4-1C284DA9B275}" type="presParOf" srcId="{BBC3D726-BAEC-418B-9898-DA8984D258D5}" destId="{D6471F8A-66E1-4359-8078-3B76D0A8AE90}" srcOrd="0" destOrd="0" presId="urn:microsoft.com/office/officeart/2016/7/layout/RepeatingBendingProcessNew"/>
    <dgm:cxn modelId="{79ABD6CF-A686-4E33-95F6-8394FFC92AA1}" type="presParOf" srcId="{BBC3D726-BAEC-418B-9898-DA8984D258D5}" destId="{72F47852-F031-4F81-BB4B-BEA1EE9A5138}" srcOrd="1" destOrd="0" presId="urn:microsoft.com/office/officeart/2016/7/layout/RepeatingBendingProcessNew"/>
    <dgm:cxn modelId="{6C5D0458-CB4E-4AF8-A0DC-01E94B7BDA0D}" type="presParOf" srcId="{72F47852-F031-4F81-BB4B-BEA1EE9A5138}" destId="{7F666DBF-BF32-4C1F-80D8-835E029DCF20}" srcOrd="0" destOrd="0" presId="urn:microsoft.com/office/officeart/2016/7/layout/RepeatingBendingProcessNew"/>
    <dgm:cxn modelId="{A4D0A0C7-8694-4893-86A2-6BD1E0696828}" type="presParOf" srcId="{BBC3D726-BAEC-418B-9898-DA8984D258D5}" destId="{76FC9542-EBDD-4734-868C-8F4276E516C5}" srcOrd="2" destOrd="0" presId="urn:microsoft.com/office/officeart/2016/7/layout/RepeatingBendingProcessNew"/>
    <dgm:cxn modelId="{5A5E5C6C-B6B5-4418-B54C-4A7991E7FFEE}" type="presParOf" srcId="{BBC3D726-BAEC-418B-9898-DA8984D258D5}" destId="{C75A8EFF-D796-43D3-97E9-FDFB937162C6}" srcOrd="3" destOrd="0" presId="urn:microsoft.com/office/officeart/2016/7/layout/RepeatingBendingProcessNew"/>
    <dgm:cxn modelId="{C7122B49-21CE-4B19-9501-39D62CA0F47E}" type="presParOf" srcId="{C75A8EFF-D796-43D3-97E9-FDFB937162C6}" destId="{8115F4EE-F377-479A-A84D-25205B53B52C}" srcOrd="0" destOrd="0" presId="urn:microsoft.com/office/officeart/2016/7/layout/RepeatingBendingProcessNew"/>
    <dgm:cxn modelId="{C1CD1463-44BC-4877-9F5D-77772171A18E}" type="presParOf" srcId="{BBC3D726-BAEC-418B-9898-DA8984D258D5}" destId="{B74AFFE6-8117-4B85-8882-B4DF336F0B5A}" srcOrd="4" destOrd="0" presId="urn:microsoft.com/office/officeart/2016/7/layout/RepeatingBendingProcessNew"/>
    <dgm:cxn modelId="{272ED13B-8F24-4497-8A01-2B98ABABCC89}" type="presParOf" srcId="{BBC3D726-BAEC-418B-9898-DA8984D258D5}" destId="{354D0320-18C2-4AF3-9D38-E4170668D43F}" srcOrd="5" destOrd="0" presId="urn:microsoft.com/office/officeart/2016/7/layout/RepeatingBendingProcessNew"/>
    <dgm:cxn modelId="{C03B0DAB-508C-4DF2-96D4-3EFA1999DC0B}" type="presParOf" srcId="{354D0320-18C2-4AF3-9D38-E4170668D43F}" destId="{A25CE8AC-9960-4A2B-923D-2916FB3F56D4}" srcOrd="0" destOrd="0" presId="urn:microsoft.com/office/officeart/2016/7/layout/RepeatingBendingProcessNew"/>
    <dgm:cxn modelId="{55B27954-CB1E-4B36-814C-151237E4F06B}" type="presParOf" srcId="{BBC3D726-BAEC-418B-9898-DA8984D258D5}" destId="{7F53E8A2-57BA-4D05-9C7E-5FBD47197296}" srcOrd="6" destOrd="0" presId="urn:microsoft.com/office/officeart/2016/7/layout/RepeatingBendingProcessNew"/>
    <dgm:cxn modelId="{6FF40A8C-EDCA-4A47-8FE3-AA1A3171C7F4}" type="presParOf" srcId="{BBC3D726-BAEC-418B-9898-DA8984D258D5}" destId="{E51098C9-1F36-414A-A2B8-6B1884E8D725}" srcOrd="7" destOrd="0" presId="urn:microsoft.com/office/officeart/2016/7/layout/RepeatingBendingProcessNew"/>
    <dgm:cxn modelId="{651AED2E-0938-4F52-A22A-100A5C208593}" type="presParOf" srcId="{E51098C9-1F36-414A-A2B8-6B1884E8D725}" destId="{EA2109EF-F26C-4D3D-8B82-5980BD8F81D3}" srcOrd="0" destOrd="0" presId="urn:microsoft.com/office/officeart/2016/7/layout/RepeatingBendingProcessNew"/>
    <dgm:cxn modelId="{9BA2D968-F54E-4A78-ABCA-7D76BFFB716D}" type="presParOf" srcId="{BBC3D726-BAEC-418B-9898-DA8984D258D5}" destId="{44B1680F-FBB8-4B22-AE5A-504B3B3CD8A4}" srcOrd="8" destOrd="0" presId="urn:microsoft.com/office/officeart/2016/7/layout/RepeatingBendingProcessNew"/>
    <dgm:cxn modelId="{A1385C02-DA37-4940-B54E-2A3CB04F517E}" type="presParOf" srcId="{BBC3D726-BAEC-418B-9898-DA8984D258D5}" destId="{A4BA02C6-70E7-40C9-ADE0-0AF8FFE1B90F}" srcOrd="9" destOrd="0" presId="urn:microsoft.com/office/officeart/2016/7/layout/RepeatingBendingProcessNew"/>
    <dgm:cxn modelId="{FC679BC5-6B9C-48BE-ABBE-64C9F4F9A364}" type="presParOf" srcId="{A4BA02C6-70E7-40C9-ADE0-0AF8FFE1B90F}" destId="{20A41AC2-4D3E-4DC0-91B3-8CBB44BF538E}" srcOrd="0" destOrd="0" presId="urn:microsoft.com/office/officeart/2016/7/layout/RepeatingBendingProcessNew"/>
    <dgm:cxn modelId="{8C949809-A5F2-4AD1-B807-0ACBB5263E54}" type="presParOf" srcId="{BBC3D726-BAEC-418B-9898-DA8984D258D5}" destId="{E1CD22F9-4C16-4892-BFCB-BEA41E8B4E38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F8A733-6CF2-415D-B79F-236157B3489A}">
      <dsp:nvSpPr>
        <dsp:cNvPr id="0" name=""/>
        <dsp:cNvSpPr/>
      </dsp:nvSpPr>
      <dsp:spPr>
        <a:xfrm>
          <a:off x="692276" y="1030768"/>
          <a:ext cx="545324" cy="7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58A841-1B0E-4032-83AE-15144CBB5CBA}">
      <dsp:nvSpPr>
        <dsp:cNvPr id="0" name=""/>
        <dsp:cNvSpPr/>
      </dsp:nvSpPr>
      <dsp:spPr>
        <a:xfrm>
          <a:off x="1270320" y="984952"/>
          <a:ext cx="62712" cy="117902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292814"/>
            <a:satOff val="-2706"/>
            <a:lumOff val="-30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92814"/>
              <a:satOff val="-2706"/>
              <a:lumOff val="-3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C0C086-4753-43D5-B160-B99A1C211A14}">
      <dsp:nvSpPr>
        <dsp:cNvPr id="0" name=""/>
        <dsp:cNvSpPr/>
      </dsp:nvSpPr>
      <dsp:spPr>
        <a:xfrm>
          <a:off x="379395" y="786089"/>
          <a:ext cx="489429" cy="48942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993" tIns="18993" rIns="18993" bIns="18993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1</a:t>
          </a:r>
        </a:p>
      </dsp:txBody>
      <dsp:txXfrm>
        <a:off x="451070" y="857764"/>
        <a:ext cx="346079" cy="346079"/>
      </dsp:txXfrm>
    </dsp:sp>
    <dsp:sp modelId="{8D25F009-7689-444A-BAE2-5419E94E0C62}">
      <dsp:nvSpPr>
        <dsp:cNvPr id="0" name=""/>
        <dsp:cNvSpPr/>
      </dsp:nvSpPr>
      <dsp:spPr>
        <a:xfrm>
          <a:off x="10620" y="1441117"/>
          <a:ext cx="1226980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585628"/>
            <a:satOff val="-5411"/>
            <a:lumOff val="-61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585628"/>
              <a:satOff val="-5411"/>
              <a:lumOff val="-61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786" tIns="165100" rIns="96786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Automate patient registration and appointments </a:t>
          </a:r>
        </a:p>
      </dsp:txBody>
      <dsp:txXfrm>
        <a:off x="10620" y="1686513"/>
        <a:ext cx="1226980" cy="1720204"/>
      </dsp:txXfrm>
    </dsp:sp>
    <dsp:sp modelId="{D1B7E9BF-2694-4106-B5B1-1A06120874C8}">
      <dsp:nvSpPr>
        <dsp:cNvPr id="0" name=""/>
        <dsp:cNvSpPr/>
      </dsp:nvSpPr>
      <dsp:spPr>
        <a:xfrm>
          <a:off x="1373932" y="1030767"/>
          <a:ext cx="1226980" cy="71"/>
        </a:xfrm>
        <a:prstGeom prst="rect">
          <a:avLst/>
        </a:prstGeom>
        <a:solidFill>
          <a:schemeClr val="accent2">
            <a:tint val="40000"/>
            <a:alpha val="90000"/>
            <a:hueOff val="878441"/>
            <a:satOff val="-8117"/>
            <a:lumOff val="-9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878441"/>
              <a:satOff val="-8117"/>
              <a:lumOff val="-9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609894-091F-436D-A29B-244A57A678A6}">
      <dsp:nvSpPr>
        <dsp:cNvPr id="0" name=""/>
        <dsp:cNvSpPr/>
      </dsp:nvSpPr>
      <dsp:spPr>
        <a:xfrm>
          <a:off x="2633632" y="984950"/>
          <a:ext cx="62712" cy="117904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1171255"/>
            <a:satOff val="-10823"/>
            <a:lumOff val="-122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1171255"/>
              <a:satOff val="-10823"/>
              <a:lumOff val="-122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3183A5-7391-4D6F-B01D-A364AB53EC70}">
      <dsp:nvSpPr>
        <dsp:cNvPr id="0" name=""/>
        <dsp:cNvSpPr/>
      </dsp:nvSpPr>
      <dsp:spPr>
        <a:xfrm>
          <a:off x="1742707" y="786088"/>
          <a:ext cx="489429" cy="489429"/>
        </a:xfrm>
        <a:prstGeom prst="ellipse">
          <a:avLst/>
        </a:prstGeom>
        <a:solidFill>
          <a:schemeClr val="accent2">
            <a:hueOff val="920516"/>
            <a:satOff val="-2642"/>
            <a:lumOff val="-4230"/>
            <a:alphaOff val="0"/>
          </a:schemeClr>
        </a:solidFill>
        <a:ln w="19050" cap="flat" cmpd="sng" algn="ctr">
          <a:solidFill>
            <a:schemeClr val="accent2">
              <a:hueOff val="920516"/>
              <a:satOff val="-2642"/>
              <a:lumOff val="-42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993" tIns="18993" rIns="18993" bIns="18993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2</a:t>
          </a:r>
        </a:p>
      </dsp:txBody>
      <dsp:txXfrm>
        <a:off x="1814382" y="857763"/>
        <a:ext cx="346079" cy="346079"/>
      </dsp:txXfrm>
    </dsp:sp>
    <dsp:sp modelId="{6BF7A781-977C-4227-B3DE-A664F7B13888}">
      <dsp:nvSpPr>
        <dsp:cNvPr id="0" name=""/>
        <dsp:cNvSpPr/>
      </dsp:nvSpPr>
      <dsp:spPr>
        <a:xfrm>
          <a:off x="1373932" y="1441117"/>
          <a:ext cx="1226980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1464069"/>
            <a:satOff val="-13529"/>
            <a:lumOff val="-152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1464069"/>
              <a:satOff val="-13529"/>
              <a:lumOff val="-152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786" tIns="165100" rIns="96786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Generate AI-assisted preliminary medical analysis </a:t>
          </a:r>
        </a:p>
      </dsp:txBody>
      <dsp:txXfrm>
        <a:off x="1373932" y="1686513"/>
        <a:ext cx="1226980" cy="1720204"/>
      </dsp:txXfrm>
    </dsp:sp>
    <dsp:sp modelId="{49BDD952-CB4D-40AD-9131-F013BD3A89A4}">
      <dsp:nvSpPr>
        <dsp:cNvPr id="0" name=""/>
        <dsp:cNvSpPr/>
      </dsp:nvSpPr>
      <dsp:spPr>
        <a:xfrm>
          <a:off x="2737244" y="1030766"/>
          <a:ext cx="1226980" cy="71"/>
        </a:xfrm>
        <a:prstGeom prst="rect">
          <a:avLst/>
        </a:prstGeom>
        <a:solidFill>
          <a:schemeClr val="accent2">
            <a:tint val="40000"/>
            <a:alpha val="90000"/>
            <a:hueOff val="1756883"/>
            <a:satOff val="-16234"/>
            <a:lumOff val="-183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1756883"/>
              <a:satOff val="-16234"/>
              <a:lumOff val="-18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1A0BFB-92FA-4753-9557-203DF4343358}">
      <dsp:nvSpPr>
        <dsp:cNvPr id="0" name=""/>
        <dsp:cNvSpPr/>
      </dsp:nvSpPr>
      <dsp:spPr>
        <a:xfrm>
          <a:off x="3996944" y="984950"/>
          <a:ext cx="62712" cy="117905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2049697"/>
            <a:satOff val="-18940"/>
            <a:lumOff val="-213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049697"/>
              <a:satOff val="-18940"/>
              <a:lumOff val="-213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1752A7-ECAF-4D96-A2AB-09C9D64650ED}">
      <dsp:nvSpPr>
        <dsp:cNvPr id="0" name=""/>
        <dsp:cNvSpPr/>
      </dsp:nvSpPr>
      <dsp:spPr>
        <a:xfrm>
          <a:off x="3106019" y="786087"/>
          <a:ext cx="489429" cy="489429"/>
        </a:xfrm>
        <a:prstGeom prst="ellipse">
          <a:avLst/>
        </a:prstGeom>
        <a:solidFill>
          <a:schemeClr val="accent2">
            <a:hueOff val="1841033"/>
            <a:satOff val="-5284"/>
            <a:lumOff val="-8460"/>
            <a:alphaOff val="0"/>
          </a:schemeClr>
        </a:solidFill>
        <a:ln w="19050" cap="flat" cmpd="sng" algn="ctr">
          <a:solidFill>
            <a:schemeClr val="accent2">
              <a:hueOff val="1841033"/>
              <a:satOff val="-5284"/>
              <a:lumOff val="-84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993" tIns="18993" rIns="18993" bIns="18993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3</a:t>
          </a:r>
        </a:p>
      </dsp:txBody>
      <dsp:txXfrm>
        <a:off x="3177694" y="857762"/>
        <a:ext cx="346079" cy="346079"/>
      </dsp:txXfrm>
    </dsp:sp>
    <dsp:sp modelId="{271042E3-1BD6-45B0-BE09-E5B2B515A64E}">
      <dsp:nvSpPr>
        <dsp:cNvPr id="0" name=""/>
        <dsp:cNvSpPr/>
      </dsp:nvSpPr>
      <dsp:spPr>
        <a:xfrm>
          <a:off x="2737244" y="1441117"/>
          <a:ext cx="1226980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2342511"/>
            <a:satOff val="-21646"/>
            <a:lumOff val="-244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342511"/>
              <a:satOff val="-21646"/>
              <a:lumOff val="-244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786" tIns="165100" rIns="96786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Support doctors with clinical recommendations </a:t>
          </a:r>
        </a:p>
      </dsp:txBody>
      <dsp:txXfrm>
        <a:off x="2737244" y="1686513"/>
        <a:ext cx="1226980" cy="1720204"/>
      </dsp:txXfrm>
    </dsp:sp>
    <dsp:sp modelId="{7C1275AA-AC80-49A3-947F-6E9529DE3ADA}">
      <dsp:nvSpPr>
        <dsp:cNvPr id="0" name=""/>
        <dsp:cNvSpPr/>
      </dsp:nvSpPr>
      <dsp:spPr>
        <a:xfrm>
          <a:off x="4100556" y="1030766"/>
          <a:ext cx="1226980" cy="72"/>
        </a:xfrm>
        <a:prstGeom prst="rect">
          <a:avLst/>
        </a:prstGeom>
        <a:solidFill>
          <a:schemeClr val="accent2">
            <a:tint val="40000"/>
            <a:alpha val="90000"/>
            <a:hueOff val="2635324"/>
            <a:satOff val="-24352"/>
            <a:lumOff val="-274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635324"/>
              <a:satOff val="-24352"/>
              <a:lumOff val="-274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CDA04F-6538-46AE-9146-B92C246A01A9}">
      <dsp:nvSpPr>
        <dsp:cNvPr id="0" name=""/>
        <dsp:cNvSpPr/>
      </dsp:nvSpPr>
      <dsp:spPr>
        <a:xfrm>
          <a:off x="5360256" y="984950"/>
          <a:ext cx="62712" cy="117905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2928138"/>
            <a:satOff val="-27057"/>
            <a:lumOff val="-305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928138"/>
              <a:satOff val="-27057"/>
              <a:lumOff val="-305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749602-A9BE-4CA5-AD07-42130527F2DE}">
      <dsp:nvSpPr>
        <dsp:cNvPr id="0" name=""/>
        <dsp:cNvSpPr/>
      </dsp:nvSpPr>
      <dsp:spPr>
        <a:xfrm>
          <a:off x="4469331" y="786087"/>
          <a:ext cx="489429" cy="489429"/>
        </a:xfrm>
        <a:prstGeom prst="ellipse">
          <a:avLst/>
        </a:prstGeom>
        <a:solidFill>
          <a:schemeClr val="accent2">
            <a:hueOff val="2761549"/>
            <a:satOff val="-7926"/>
            <a:lumOff val="-12690"/>
            <a:alphaOff val="0"/>
          </a:schemeClr>
        </a:solidFill>
        <a:ln w="19050" cap="flat" cmpd="sng" algn="ctr">
          <a:solidFill>
            <a:schemeClr val="accent2">
              <a:hueOff val="2761549"/>
              <a:satOff val="-7926"/>
              <a:lumOff val="-126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993" tIns="18993" rIns="18993" bIns="18993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4</a:t>
          </a:r>
        </a:p>
      </dsp:txBody>
      <dsp:txXfrm>
        <a:off x="4541006" y="857762"/>
        <a:ext cx="346079" cy="346079"/>
      </dsp:txXfrm>
    </dsp:sp>
    <dsp:sp modelId="{BC1840D6-2B26-4387-BE0A-C709DA1CB007}">
      <dsp:nvSpPr>
        <dsp:cNvPr id="0" name=""/>
        <dsp:cNvSpPr/>
      </dsp:nvSpPr>
      <dsp:spPr>
        <a:xfrm>
          <a:off x="4100556" y="1441117"/>
          <a:ext cx="1226980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3220952"/>
            <a:satOff val="-29763"/>
            <a:lumOff val="-335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220952"/>
              <a:satOff val="-29763"/>
              <a:lumOff val="-335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786" tIns="165100" rIns="96786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Enable human approval before treatment </a:t>
          </a:r>
        </a:p>
      </dsp:txBody>
      <dsp:txXfrm>
        <a:off x="4100556" y="1686513"/>
        <a:ext cx="1226980" cy="1720204"/>
      </dsp:txXfrm>
    </dsp:sp>
    <dsp:sp modelId="{24652143-B0C2-4A2F-BBAD-501859C19A10}">
      <dsp:nvSpPr>
        <dsp:cNvPr id="0" name=""/>
        <dsp:cNvSpPr/>
      </dsp:nvSpPr>
      <dsp:spPr>
        <a:xfrm>
          <a:off x="5463868" y="1030766"/>
          <a:ext cx="1226980" cy="72"/>
        </a:xfrm>
        <a:prstGeom prst="rect">
          <a:avLst/>
        </a:prstGeom>
        <a:solidFill>
          <a:schemeClr val="accent2">
            <a:tint val="40000"/>
            <a:alpha val="90000"/>
            <a:hueOff val="3513766"/>
            <a:satOff val="-32469"/>
            <a:lumOff val="-366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513766"/>
              <a:satOff val="-32469"/>
              <a:lumOff val="-36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84CFE3-06EB-402D-A217-B007985BF4D4}">
      <dsp:nvSpPr>
        <dsp:cNvPr id="0" name=""/>
        <dsp:cNvSpPr/>
      </dsp:nvSpPr>
      <dsp:spPr>
        <a:xfrm>
          <a:off x="6723568" y="984950"/>
          <a:ext cx="62712" cy="117905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3806580"/>
            <a:satOff val="-35175"/>
            <a:lumOff val="-396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806580"/>
              <a:satOff val="-35175"/>
              <a:lumOff val="-39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54BC31-8BEC-4EE7-8726-A01569FBFBCE}">
      <dsp:nvSpPr>
        <dsp:cNvPr id="0" name=""/>
        <dsp:cNvSpPr/>
      </dsp:nvSpPr>
      <dsp:spPr>
        <a:xfrm>
          <a:off x="5832643" y="786087"/>
          <a:ext cx="489429" cy="489429"/>
        </a:xfrm>
        <a:prstGeom prst="ellipse">
          <a:avLst/>
        </a:prstGeom>
        <a:solidFill>
          <a:schemeClr val="accent2">
            <a:hueOff val="3682065"/>
            <a:satOff val="-10567"/>
            <a:lumOff val="-16919"/>
            <a:alphaOff val="0"/>
          </a:schemeClr>
        </a:solidFill>
        <a:ln w="19050" cap="flat" cmpd="sng" algn="ctr">
          <a:solidFill>
            <a:schemeClr val="accent2">
              <a:hueOff val="3682065"/>
              <a:satOff val="-10567"/>
              <a:lumOff val="-169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993" tIns="18993" rIns="18993" bIns="18993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5</a:t>
          </a:r>
        </a:p>
      </dsp:txBody>
      <dsp:txXfrm>
        <a:off x="5904318" y="857762"/>
        <a:ext cx="346079" cy="346079"/>
      </dsp:txXfrm>
    </dsp:sp>
    <dsp:sp modelId="{F2F21F67-8B43-4538-B47D-C0D586E47624}">
      <dsp:nvSpPr>
        <dsp:cNvPr id="0" name=""/>
        <dsp:cNvSpPr/>
      </dsp:nvSpPr>
      <dsp:spPr>
        <a:xfrm>
          <a:off x="5463868" y="1441117"/>
          <a:ext cx="1226980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4099394"/>
            <a:satOff val="-37880"/>
            <a:lumOff val="-427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099394"/>
              <a:satOff val="-37880"/>
              <a:lumOff val="-42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786" tIns="165100" rIns="96786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Automate hospital billing </a:t>
          </a:r>
        </a:p>
      </dsp:txBody>
      <dsp:txXfrm>
        <a:off x="5463868" y="1686513"/>
        <a:ext cx="1226980" cy="1720204"/>
      </dsp:txXfrm>
    </dsp:sp>
    <dsp:sp modelId="{8CDA91BC-58CC-4ADE-975F-973AA22446B1}">
      <dsp:nvSpPr>
        <dsp:cNvPr id="0" name=""/>
        <dsp:cNvSpPr/>
      </dsp:nvSpPr>
      <dsp:spPr>
        <a:xfrm>
          <a:off x="6827180" y="1030766"/>
          <a:ext cx="1226980" cy="72"/>
        </a:xfrm>
        <a:prstGeom prst="rect">
          <a:avLst/>
        </a:prstGeom>
        <a:solidFill>
          <a:schemeClr val="accent2">
            <a:tint val="40000"/>
            <a:alpha val="90000"/>
            <a:hueOff val="4392208"/>
            <a:satOff val="-40586"/>
            <a:lumOff val="-457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392208"/>
              <a:satOff val="-40586"/>
              <a:lumOff val="-457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7B384E-83D7-4EA4-ABAF-B60A3F5390F6}">
      <dsp:nvSpPr>
        <dsp:cNvPr id="0" name=""/>
        <dsp:cNvSpPr/>
      </dsp:nvSpPr>
      <dsp:spPr>
        <a:xfrm>
          <a:off x="8086880" y="984950"/>
          <a:ext cx="62712" cy="117905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4685021"/>
            <a:satOff val="-43292"/>
            <a:lumOff val="-488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685021"/>
              <a:satOff val="-43292"/>
              <a:lumOff val="-488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C5B67F-CB62-44AF-A3C3-DC7364F9C202}">
      <dsp:nvSpPr>
        <dsp:cNvPr id="0" name=""/>
        <dsp:cNvSpPr/>
      </dsp:nvSpPr>
      <dsp:spPr>
        <a:xfrm>
          <a:off x="7195955" y="786087"/>
          <a:ext cx="489429" cy="489429"/>
        </a:xfrm>
        <a:prstGeom prst="ellipse">
          <a:avLst/>
        </a:prstGeom>
        <a:solidFill>
          <a:schemeClr val="accent2">
            <a:hueOff val="4602581"/>
            <a:satOff val="-13209"/>
            <a:lumOff val="-21149"/>
            <a:alphaOff val="0"/>
          </a:schemeClr>
        </a:solidFill>
        <a:ln w="19050" cap="flat" cmpd="sng" algn="ctr">
          <a:solidFill>
            <a:schemeClr val="accent2">
              <a:hueOff val="4602581"/>
              <a:satOff val="-13209"/>
              <a:lumOff val="-211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993" tIns="18993" rIns="18993" bIns="18993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6</a:t>
          </a:r>
        </a:p>
      </dsp:txBody>
      <dsp:txXfrm>
        <a:off x="7267630" y="857762"/>
        <a:ext cx="346079" cy="346079"/>
      </dsp:txXfrm>
    </dsp:sp>
    <dsp:sp modelId="{88028282-56B1-4297-8BEB-7F7E7C164070}">
      <dsp:nvSpPr>
        <dsp:cNvPr id="0" name=""/>
        <dsp:cNvSpPr/>
      </dsp:nvSpPr>
      <dsp:spPr>
        <a:xfrm>
          <a:off x="6827180" y="1441117"/>
          <a:ext cx="1226980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4977835"/>
            <a:satOff val="-45998"/>
            <a:lumOff val="-518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977835"/>
              <a:satOff val="-45998"/>
              <a:lumOff val="-51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786" tIns="165100" rIns="96786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Send automated email notifications </a:t>
          </a:r>
        </a:p>
      </dsp:txBody>
      <dsp:txXfrm>
        <a:off x="6827180" y="1686513"/>
        <a:ext cx="1226980" cy="1720204"/>
      </dsp:txXfrm>
    </dsp:sp>
    <dsp:sp modelId="{C2861538-A758-4CCC-9ABC-DEF7E1CE79C2}">
      <dsp:nvSpPr>
        <dsp:cNvPr id="0" name=""/>
        <dsp:cNvSpPr/>
      </dsp:nvSpPr>
      <dsp:spPr>
        <a:xfrm>
          <a:off x="8190492" y="1030766"/>
          <a:ext cx="1227064" cy="72"/>
        </a:xfrm>
        <a:prstGeom prst="rect">
          <a:avLst/>
        </a:prstGeom>
        <a:solidFill>
          <a:schemeClr val="accent2">
            <a:tint val="40000"/>
            <a:alpha val="90000"/>
            <a:hueOff val="5270649"/>
            <a:satOff val="-48703"/>
            <a:lumOff val="-549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5270649"/>
              <a:satOff val="-48703"/>
              <a:lumOff val="-54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96C92E-E6EA-45BB-9B2A-E262AE26FD5F}">
      <dsp:nvSpPr>
        <dsp:cNvPr id="0" name=""/>
        <dsp:cNvSpPr/>
      </dsp:nvSpPr>
      <dsp:spPr>
        <a:xfrm>
          <a:off x="9450278" y="984950"/>
          <a:ext cx="62716" cy="117905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5563462"/>
            <a:satOff val="-51409"/>
            <a:lumOff val="-579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5563462"/>
              <a:satOff val="-51409"/>
              <a:lumOff val="-579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8BD9C1-BAE4-4A66-8CE0-B977E9217F6A}">
      <dsp:nvSpPr>
        <dsp:cNvPr id="0" name=""/>
        <dsp:cNvSpPr/>
      </dsp:nvSpPr>
      <dsp:spPr>
        <a:xfrm>
          <a:off x="8559309" y="786087"/>
          <a:ext cx="489429" cy="489429"/>
        </a:xfrm>
        <a:prstGeom prst="ellipse">
          <a:avLst/>
        </a:prstGeom>
        <a:solidFill>
          <a:schemeClr val="accent2">
            <a:hueOff val="5523098"/>
            <a:satOff val="-15851"/>
            <a:lumOff val="-25379"/>
            <a:alphaOff val="0"/>
          </a:schemeClr>
        </a:solidFill>
        <a:ln w="19050" cap="flat" cmpd="sng" algn="ctr">
          <a:solidFill>
            <a:schemeClr val="accent2">
              <a:hueOff val="5523098"/>
              <a:satOff val="-15851"/>
              <a:lumOff val="-253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993" tIns="18993" rIns="18993" bIns="18993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7</a:t>
          </a:r>
        </a:p>
      </dsp:txBody>
      <dsp:txXfrm>
        <a:off x="8630984" y="857762"/>
        <a:ext cx="346079" cy="346079"/>
      </dsp:txXfrm>
    </dsp:sp>
    <dsp:sp modelId="{847A457E-0C3F-4C8C-928A-5494E55BAE81}">
      <dsp:nvSpPr>
        <dsp:cNvPr id="0" name=""/>
        <dsp:cNvSpPr/>
      </dsp:nvSpPr>
      <dsp:spPr>
        <a:xfrm>
          <a:off x="8190492" y="1441117"/>
          <a:ext cx="1227064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5856276"/>
            <a:satOff val="-54115"/>
            <a:lumOff val="-610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5856276"/>
              <a:satOff val="-54115"/>
              <a:lumOff val="-610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792" tIns="165100" rIns="96792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Improve patient engagement through reminders </a:t>
          </a:r>
        </a:p>
      </dsp:txBody>
      <dsp:txXfrm>
        <a:off x="8190492" y="1686530"/>
        <a:ext cx="1227064" cy="1720187"/>
      </dsp:txXfrm>
    </dsp:sp>
    <dsp:sp modelId="{60C25570-E0A0-42C9-8F47-D2BB03785CE2}">
      <dsp:nvSpPr>
        <dsp:cNvPr id="0" name=""/>
        <dsp:cNvSpPr/>
      </dsp:nvSpPr>
      <dsp:spPr>
        <a:xfrm>
          <a:off x="9553896" y="1030766"/>
          <a:ext cx="613490" cy="72"/>
        </a:xfrm>
        <a:prstGeom prst="rect">
          <a:avLst/>
        </a:prstGeom>
        <a:solidFill>
          <a:schemeClr val="accent2">
            <a:tint val="40000"/>
            <a:alpha val="90000"/>
            <a:hueOff val="6149090"/>
            <a:satOff val="-56821"/>
            <a:lumOff val="-640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149090"/>
              <a:satOff val="-56821"/>
              <a:lumOff val="-64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EDD439-3E1C-4C41-9928-8604838B2A7B}">
      <dsp:nvSpPr>
        <dsp:cNvPr id="0" name=""/>
        <dsp:cNvSpPr/>
      </dsp:nvSpPr>
      <dsp:spPr>
        <a:xfrm>
          <a:off x="9922672" y="786087"/>
          <a:ext cx="489429" cy="489429"/>
        </a:xfrm>
        <a:prstGeom prst="ellips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993" tIns="18993" rIns="18993" bIns="18993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8</a:t>
          </a:r>
        </a:p>
      </dsp:txBody>
      <dsp:txXfrm>
        <a:off x="9994347" y="857762"/>
        <a:ext cx="346079" cy="346079"/>
      </dsp:txXfrm>
    </dsp:sp>
    <dsp:sp modelId="{D36CEC25-3469-49D2-B7D2-F2737C401BA7}">
      <dsp:nvSpPr>
        <dsp:cNvPr id="0" name=""/>
        <dsp:cNvSpPr/>
      </dsp:nvSpPr>
      <dsp:spPr>
        <a:xfrm>
          <a:off x="9553896" y="1441117"/>
          <a:ext cx="1226980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786" tIns="165100" rIns="96786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Maintain centralized digital records</a:t>
          </a:r>
        </a:p>
      </dsp:txBody>
      <dsp:txXfrm>
        <a:off x="9553896" y="1686513"/>
        <a:ext cx="1226980" cy="17202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42577C-408C-4D13-BE83-0A5A1A40088D}">
      <dsp:nvSpPr>
        <dsp:cNvPr id="0" name=""/>
        <dsp:cNvSpPr/>
      </dsp:nvSpPr>
      <dsp:spPr>
        <a:xfrm>
          <a:off x="0" y="4307"/>
          <a:ext cx="6364224" cy="91753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8113CD-54D1-4E2C-B81A-54C38F60170B}">
      <dsp:nvSpPr>
        <dsp:cNvPr id="0" name=""/>
        <dsp:cNvSpPr/>
      </dsp:nvSpPr>
      <dsp:spPr>
        <a:xfrm>
          <a:off x="277554" y="21075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4BDE24-478C-45D9-956B-7AAB1AC15604}">
      <dsp:nvSpPr>
        <dsp:cNvPr id="0" name=""/>
        <dsp:cNvSpPr/>
      </dsp:nvSpPr>
      <dsp:spPr>
        <a:xfrm>
          <a:off x="1059754" y="430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Frontend:</a:t>
          </a:r>
          <a:r>
            <a:rPr lang="en-US" sz="1900" kern="1200"/>
            <a:t> Patient forms for registration, appointments, reports, billing, and approvals </a:t>
          </a:r>
        </a:p>
      </dsp:txBody>
      <dsp:txXfrm>
        <a:off x="1059754" y="4307"/>
        <a:ext cx="5304469" cy="917536"/>
      </dsp:txXfrm>
    </dsp:sp>
    <dsp:sp modelId="{2ECF9758-B730-43AC-A527-B15E69088BBF}">
      <dsp:nvSpPr>
        <dsp:cNvPr id="0" name=""/>
        <dsp:cNvSpPr/>
      </dsp:nvSpPr>
      <dsp:spPr>
        <a:xfrm>
          <a:off x="0" y="1151227"/>
          <a:ext cx="6364224" cy="91753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698149-0EE8-40F7-B238-E7D8E8F849AA}">
      <dsp:nvSpPr>
        <dsp:cNvPr id="0" name=""/>
        <dsp:cNvSpPr/>
      </dsp:nvSpPr>
      <dsp:spPr>
        <a:xfrm>
          <a:off x="277554" y="135767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F3999D-E868-4441-9592-3413257914C1}">
      <dsp:nvSpPr>
        <dsp:cNvPr id="0" name=""/>
        <dsp:cNvSpPr/>
      </dsp:nvSpPr>
      <dsp:spPr>
        <a:xfrm>
          <a:off x="1059754" y="115122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n8n:</a:t>
          </a:r>
          <a:r>
            <a:rPr lang="en-US" sz="1900" kern="1200"/>
            <a:t> Workflow orchestration engine </a:t>
          </a:r>
        </a:p>
      </dsp:txBody>
      <dsp:txXfrm>
        <a:off x="1059754" y="1151227"/>
        <a:ext cx="5304469" cy="917536"/>
      </dsp:txXfrm>
    </dsp:sp>
    <dsp:sp modelId="{49256208-10A9-4DA4-B0EE-946ABF26C63B}">
      <dsp:nvSpPr>
        <dsp:cNvPr id="0" name=""/>
        <dsp:cNvSpPr/>
      </dsp:nvSpPr>
      <dsp:spPr>
        <a:xfrm>
          <a:off x="0" y="2298147"/>
          <a:ext cx="6364224" cy="91753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7CA335-2826-4547-9D67-7DC55C374200}">
      <dsp:nvSpPr>
        <dsp:cNvPr id="0" name=""/>
        <dsp:cNvSpPr/>
      </dsp:nvSpPr>
      <dsp:spPr>
        <a:xfrm>
          <a:off x="277554" y="250459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5FC9EB-03EA-4C46-94FD-443165EBDC53}">
      <dsp:nvSpPr>
        <dsp:cNvPr id="0" name=""/>
        <dsp:cNvSpPr/>
      </dsp:nvSpPr>
      <dsp:spPr>
        <a:xfrm>
          <a:off x="1059754" y="229814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Gemini AI:</a:t>
          </a:r>
          <a:r>
            <a:rPr lang="en-US" sz="1900" kern="1200"/>
            <a:t> Clinical analysis and decision support </a:t>
          </a:r>
        </a:p>
      </dsp:txBody>
      <dsp:txXfrm>
        <a:off x="1059754" y="2298147"/>
        <a:ext cx="5304469" cy="917536"/>
      </dsp:txXfrm>
    </dsp:sp>
    <dsp:sp modelId="{D3EF8343-2C0A-4887-96D4-CCD22AC6DA4D}">
      <dsp:nvSpPr>
        <dsp:cNvPr id="0" name=""/>
        <dsp:cNvSpPr/>
      </dsp:nvSpPr>
      <dsp:spPr>
        <a:xfrm>
          <a:off x="0" y="3445068"/>
          <a:ext cx="6364224" cy="91753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F0EE9A-D09A-4777-8901-F6E0A1A95C98}">
      <dsp:nvSpPr>
        <dsp:cNvPr id="0" name=""/>
        <dsp:cNvSpPr/>
      </dsp:nvSpPr>
      <dsp:spPr>
        <a:xfrm>
          <a:off x="277554" y="365151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62B824-E8D8-47A3-9A90-F96448D976F9}">
      <dsp:nvSpPr>
        <dsp:cNvPr id="0" name=""/>
        <dsp:cNvSpPr/>
      </dsp:nvSpPr>
      <dsp:spPr>
        <a:xfrm>
          <a:off x="1059754" y="344506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Supabase:</a:t>
          </a:r>
          <a:r>
            <a:rPr lang="en-US" sz="1900" kern="1200"/>
            <a:t> Centralized database for patient records and workflow data </a:t>
          </a:r>
        </a:p>
      </dsp:txBody>
      <dsp:txXfrm>
        <a:off x="1059754" y="3445068"/>
        <a:ext cx="5304469" cy="917536"/>
      </dsp:txXfrm>
    </dsp:sp>
    <dsp:sp modelId="{693C8610-6474-4024-BF36-6B0457AC0015}">
      <dsp:nvSpPr>
        <dsp:cNvPr id="0" name=""/>
        <dsp:cNvSpPr/>
      </dsp:nvSpPr>
      <dsp:spPr>
        <a:xfrm>
          <a:off x="0" y="4591988"/>
          <a:ext cx="6364224" cy="91753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19034E-D549-49EF-BD34-3D1339E80FFF}">
      <dsp:nvSpPr>
        <dsp:cNvPr id="0" name=""/>
        <dsp:cNvSpPr/>
      </dsp:nvSpPr>
      <dsp:spPr>
        <a:xfrm>
          <a:off x="277554" y="479843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FCE63F-1D7C-4503-85FA-ED3A0ECBFA9A}">
      <dsp:nvSpPr>
        <dsp:cNvPr id="0" name=""/>
        <dsp:cNvSpPr/>
      </dsp:nvSpPr>
      <dsp:spPr>
        <a:xfrm>
          <a:off x="1059754" y="459198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Gmail API:</a:t>
          </a:r>
          <a:r>
            <a:rPr lang="en-US" sz="1900" kern="1200"/>
            <a:t> Automated notifications to patients and doctors </a:t>
          </a:r>
        </a:p>
      </dsp:txBody>
      <dsp:txXfrm>
        <a:off x="1059754" y="4591988"/>
        <a:ext cx="5304469" cy="9175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F47852-F031-4F81-BB4B-BEA1EE9A5138}">
      <dsp:nvSpPr>
        <dsp:cNvPr id="0" name=""/>
        <dsp:cNvSpPr/>
      </dsp:nvSpPr>
      <dsp:spPr>
        <a:xfrm>
          <a:off x="3323664" y="834988"/>
          <a:ext cx="64315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3158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28399" y="877339"/>
        <a:ext cx="33687" cy="6737"/>
      </dsp:txXfrm>
    </dsp:sp>
    <dsp:sp modelId="{D6471F8A-66E1-4359-8078-3B76D0A8AE90}">
      <dsp:nvSpPr>
        <dsp:cNvPr id="0" name=""/>
        <dsp:cNvSpPr/>
      </dsp:nvSpPr>
      <dsp:spPr>
        <a:xfrm>
          <a:off x="396080" y="1893"/>
          <a:ext cx="2929383" cy="175763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542" tIns="150673" rIns="143542" bIns="150673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Workflow 1 – Patient Registration:Registers patients, validates duplicates, generates unique Patient ID, and stores data in Supabase.</a:t>
          </a:r>
        </a:p>
      </dsp:txBody>
      <dsp:txXfrm>
        <a:off x="396080" y="1893"/>
        <a:ext cx="2929383" cy="1757630"/>
      </dsp:txXfrm>
    </dsp:sp>
    <dsp:sp modelId="{C75A8EFF-D796-43D3-97E9-FDFB937162C6}">
      <dsp:nvSpPr>
        <dsp:cNvPr id="0" name=""/>
        <dsp:cNvSpPr/>
      </dsp:nvSpPr>
      <dsp:spPr>
        <a:xfrm>
          <a:off x="6926806" y="834988"/>
          <a:ext cx="64315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3158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231541" y="877339"/>
        <a:ext cx="33687" cy="6737"/>
      </dsp:txXfrm>
    </dsp:sp>
    <dsp:sp modelId="{76FC9542-EBDD-4734-868C-8F4276E516C5}">
      <dsp:nvSpPr>
        <dsp:cNvPr id="0" name=""/>
        <dsp:cNvSpPr/>
      </dsp:nvSpPr>
      <dsp:spPr>
        <a:xfrm>
          <a:off x="3999222" y="1893"/>
          <a:ext cx="2929383" cy="175763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542" tIns="150673" rIns="143542" bIns="150673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Workflow 2 – Appointment Booking:Books appointments using AI-assisted department prediction and doctor availability.</a:t>
          </a:r>
        </a:p>
      </dsp:txBody>
      <dsp:txXfrm>
        <a:off x="3999222" y="1893"/>
        <a:ext cx="2929383" cy="1757630"/>
      </dsp:txXfrm>
    </dsp:sp>
    <dsp:sp modelId="{354D0320-18C2-4AF3-9D38-E4170668D43F}">
      <dsp:nvSpPr>
        <dsp:cNvPr id="0" name=""/>
        <dsp:cNvSpPr/>
      </dsp:nvSpPr>
      <dsp:spPr>
        <a:xfrm>
          <a:off x="1860772" y="1757723"/>
          <a:ext cx="7206284" cy="643158"/>
        </a:xfrm>
        <a:custGeom>
          <a:avLst/>
          <a:gdLst/>
          <a:ahLst/>
          <a:cxnLst/>
          <a:rect l="0" t="0" r="0" b="0"/>
          <a:pathLst>
            <a:path>
              <a:moveTo>
                <a:pt x="7206284" y="0"/>
              </a:moveTo>
              <a:lnTo>
                <a:pt x="7206284" y="338679"/>
              </a:lnTo>
              <a:lnTo>
                <a:pt x="0" y="338679"/>
              </a:lnTo>
              <a:lnTo>
                <a:pt x="0" y="643158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82971" y="2075933"/>
        <a:ext cx="361885" cy="6737"/>
      </dsp:txXfrm>
    </dsp:sp>
    <dsp:sp modelId="{B74AFFE6-8117-4B85-8882-B4DF336F0B5A}">
      <dsp:nvSpPr>
        <dsp:cNvPr id="0" name=""/>
        <dsp:cNvSpPr/>
      </dsp:nvSpPr>
      <dsp:spPr>
        <a:xfrm>
          <a:off x="7602364" y="1893"/>
          <a:ext cx="2929383" cy="175763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542" tIns="150673" rIns="143542" bIns="150673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Workflow 3 – Medical Report Upload &amp; AI Analysis:Extracts text from reports and generates a structured preliminary assessment using Gemini AI.</a:t>
          </a:r>
        </a:p>
      </dsp:txBody>
      <dsp:txXfrm>
        <a:off x="7602364" y="1893"/>
        <a:ext cx="2929383" cy="1757630"/>
      </dsp:txXfrm>
    </dsp:sp>
    <dsp:sp modelId="{E51098C9-1F36-414A-A2B8-6B1884E8D725}">
      <dsp:nvSpPr>
        <dsp:cNvPr id="0" name=""/>
        <dsp:cNvSpPr/>
      </dsp:nvSpPr>
      <dsp:spPr>
        <a:xfrm>
          <a:off x="3323664" y="3266376"/>
          <a:ext cx="64315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3158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28399" y="3308728"/>
        <a:ext cx="33687" cy="6737"/>
      </dsp:txXfrm>
    </dsp:sp>
    <dsp:sp modelId="{7F53E8A2-57BA-4D05-9C7E-5FBD47197296}">
      <dsp:nvSpPr>
        <dsp:cNvPr id="0" name=""/>
        <dsp:cNvSpPr/>
      </dsp:nvSpPr>
      <dsp:spPr>
        <a:xfrm>
          <a:off x="396080" y="2433281"/>
          <a:ext cx="2929383" cy="175763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542" tIns="150673" rIns="143542" bIns="150673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Workflow 4 – Doctor Approval System:Doctors review AI recommendations and approve or reject treatment.</a:t>
          </a:r>
        </a:p>
      </dsp:txBody>
      <dsp:txXfrm>
        <a:off x="396080" y="2433281"/>
        <a:ext cx="2929383" cy="1757630"/>
      </dsp:txXfrm>
    </dsp:sp>
    <dsp:sp modelId="{A4BA02C6-70E7-40C9-ADE0-0AF8FFE1B90F}">
      <dsp:nvSpPr>
        <dsp:cNvPr id="0" name=""/>
        <dsp:cNvSpPr/>
      </dsp:nvSpPr>
      <dsp:spPr>
        <a:xfrm>
          <a:off x="6926806" y="3266376"/>
          <a:ext cx="64315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3158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231541" y="3308728"/>
        <a:ext cx="33687" cy="6737"/>
      </dsp:txXfrm>
    </dsp:sp>
    <dsp:sp modelId="{44B1680F-FBB8-4B22-AE5A-504B3B3CD8A4}">
      <dsp:nvSpPr>
        <dsp:cNvPr id="0" name=""/>
        <dsp:cNvSpPr/>
      </dsp:nvSpPr>
      <dsp:spPr>
        <a:xfrm>
          <a:off x="3999222" y="2433281"/>
          <a:ext cx="2929383" cy="175763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542" tIns="150673" rIns="143542" bIns="150673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Workflow 5 – Medication &amp; Follow-up Reminder:Automatically sends medication reminders and follow-up notifications.</a:t>
          </a:r>
        </a:p>
      </dsp:txBody>
      <dsp:txXfrm>
        <a:off x="3999222" y="2433281"/>
        <a:ext cx="2929383" cy="1757630"/>
      </dsp:txXfrm>
    </dsp:sp>
    <dsp:sp modelId="{E1CD22F9-4C16-4892-BFCB-BEA41E8B4E38}">
      <dsp:nvSpPr>
        <dsp:cNvPr id="0" name=""/>
        <dsp:cNvSpPr/>
      </dsp:nvSpPr>
      <dsp:spPr>
        <a:xfrm>
          <a:off x="7602364" y="2433281"/>
          <a:ext cx="2929383" cy="175763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542" tIns="150673" rIns="143542" bIns="150673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Workflow 6 – Billing &amp; Analytics:Generates invoices, calculates GST, stores billing records, and emails invoices.</a:t>
          </a:r>
        </a:p>
      </dsp:txBody>
      <dsp:txXfrm>
        <a:off x="7602364" y="2433281"/>
        <a:ext cx="2929383" cy="17576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97101" y="735283"/>
            <a:ext cx="4978399" cy="3165045"/>
          </a:xfrm>
        </p:spPr>
        <p:txBody>
          <a:bodyPr anchor="b">
            <a:normAutofit/>
          </a:bodyPr>
          <a:lstStyle/>
          <a:p>
            <a:pPr algn="l"/>
            <a:r>
              <a:rPr lang="en-US" sz="5200">
                <a:ea typeface="+mj-lt"/>
                <a:cs typeface="+mj-lt"/>
              </a:rPr>
              <a:t>AI-Powered Hospital Management System</a:t>
            </a:r>
            <a:endParaRPr lang="en-US" sz="52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97101" y="4078423"/>
            <a:ext cx="4978399" cy="20586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000" dirty="0"/>
              <a:t>Healthcare Automation using n8n, Gemini AI &amp; </a:t>
            </a:r>
            <a:r>
              <a:rPr lang="en-US" sz="2000" dirty="0" err="1"/>
              <a:t>Supabase</a:t>
            </a:r>
            <a:endParaRPr lang="en-US" sz="2000" dirty="0"/>
          </a:p>
          <a:p>
            <a:pPr algn="l"/>
            <a:r>
              <a:rPr lang="en-US" sz="2000" b="1" dirty="0">
                <a:ea typeface="+mn-lt"/>
                <a:cs typeface="+mn-lt"/>
              </a:rPr>
              <a:t>By: </a:t>
            </a:r>
            <a:r>
              <a:rPr lang="en-US" sz="2000" dirty="0">
                <a:ea typeface="+mn-lt"/>
                <a:cs typeface="+mn-lt"/>
              </a:rPr>
              <a:t>Geetika </a:t>
            </a:r>
            <a:r>
              <a:rPr lang="en-US" sz="2000" dirty="0" err="1">
                <a:ea typeface="+mn-lt"/>
                <a:cs typeface="+mn-lt"/>
              </a:rPr>
              <a:t>Boddapati</a:t>
            </a:r>
            <a:endParaRPr lang="en-US" sz="2000" dirty="0"/>
          </a:p>
          <a:p>
            <a:pPr algn="l"/>
            <a:endParaRPr lang="en-US"/>
          </a:p>
        </p:txBody>
      </p:sp>
      <p:pic>
        <p:nvPicPr>
          <p:cNvPr id="7" name="Graphic 6" descr="Robot">
            <a:extLst>
              <a:ext uri="{FF2B5EF4-FFF2-40B4-BE49-F238E27FC236}">
                <a16:creationId xmlns:a16="http://schemas.microsoft.com/office/drawing/2014/main" id="{D991A715-069F-CF71-A270-E42CB3205A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9" name="Graphic 8" descr="Robot">
            <a:extLst>
              <a:ext uri="{FF2B5EF4-FFF2-40B4-BE49-F238E27FC236}">
                <a16:creationId xmlns:a16="http://schemas.microsoft.com/office/drawing/2014/main" id="{74F3B43A-3CBF-44A8-9557-E8A9CDE08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E45C00-E405-AF1A-F041-CAC9B2F3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  <a:ea typeface="+mj-lt"/>
                <a:cs typeface="+mj-lt"/>
              </a:rPr>
              <a:t>Problem Statement</a:t>
            </a:r>
            <a:endParaRPr lang="en-US" sz="36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C5805-6DAD-4565-8D00-65639013E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sz="1200">
                <a:solidFill>
                  <a:schemeClr val="tx2"/>
                </a:solidFill>
              </a:rPr>
              <a:t>Hospitals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 still rely on several manual processes that lead to delays, inefficiencies, and </a:t>
            </a:r>
            <a:r>
              <a:rPr lang="en-US" sz="1200" dirty="0">
                <a:solidFill>
                  <a:schemeClr val="tx2"/>
                </a:solidFill>
                <a:ea typeface="+mn-lt"/>
                <a:cs typeface="+mn-lt"/>
              </a:rPr>
              <a:t>increased administrative workload.</a:t>
            </a:r>
            <a:endParaRPr lang="en-US" sz="12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200">
                <a:solidFill>
                  <a:schemeClr val="tx2"/>
                </a:solidFill>
              </a:rPr>
              <a:t>Problems Identified</a:t>
            </a:r>
          </a:p>
          <a:p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Manual patient registration </a:t>
            </a:r>
            <a:endParaRPr lang="en-US" sz="1200">
              <a:solidFill>
                <a:schemeClr val="tx2"/>
              </a:solidFill>
            </a:endParaRPr>
          </a:p>
          <a:p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Time-consuming appointment scheduling </a:t>
            </a:r>
            <a:endParaRPr lang="en-US" sz="1200">
              <a:solidFill>
                <a:schemeClr val="tx2"/>
              </a:solidFill>
            </a:endParaRPr>
          </a:p>
          <a:p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Delayed medical report analysis </a:t>
            </a:r>
            <a:endParaRPr lang="en-US" sz="1200">
              <a:solidFill>
                <a:schemeClr val="tx2"/>
              </a:solidFill>
            </a:endParaRPr>
          </a:p>
          <a:p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Manual doctor approvals </a:t>
            </a:r>
            <a:endParaRPr lang="en-US" sz="1200">
              <a:solidFill>
                <a:schemeClr val="tx2"/>
              </a:solidFill>
            </a:endParaRPr>
          </a:p>
          <a:p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Billing errors and repetitive calculations </a:t>
            </a:r>
            <a:endParaRPr lang="en-US" sz="1200">
              <a:solidFill>
                <a:schemeClr val="tx2"/>
              </a:solidFill>
            </a:endParaRPr>
          </a:p>
          <a:p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Missed medication reminders </a:t>
            </a:r>
            <a:endParaRPr lang="en-US" sz="1200">
              <a:solidFill>
                <a:schemeClr val="tx2"/>
              </a:solidFill>
            </a:endParaRPr>
          </a:p>
          <a:p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Lack of centralized patient records </a:t>
            </a:r>
            <a:endParaRPr lang="en-US" sz="1200">
              <a:solidFill>
                <a:schemeClr val="tx2"/>
              </a:solidFill>
            </a:endParaRPr>
          </a:p>
          <a:p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Poor communication between departments </a:t>
            </a:r>
            <a:endParaRPr lang="en-US" sz="12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200">
                <a:solidFill>
                  <a:schemeClr val="tx2"/>
                </a:solidFill>
              </a:rPr>
              <a:t>Need</a:t>
            </a:r>
          </a:p>
          <a:p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An intelligent workflow automation system that assists healthcare professionals while maintaining human oversight.</a:t>
            </a:r>
            <a:endParaRPr lang="en-US" sz="1200">
              <a:solidFill>
                <a:schemeClr val="tx2"/>
              </a:solidFill>
            </a:endParaRPr>
          </a:p>
          <a:p>
            <a:endParaRPr lang="en-US" sz="9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Stethoscope">
            <a:extLst>
              <a:ext uri="{FF2B5EF4-FFF2-40B4-BE49-F238E27FC236}">
                <a16:creationId xmlns:a16="http://schemas.microsoft.com/office/drawing/2014/main" id="{3F2586AF-805E-2D08-9361-BF60124FA4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390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842683-C113-7749-A892-699FEAB1D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 fontScale="90000"/>
          </a:bodyPr>
          <a:lstStyle/>
          <a:p>
            <a:pPr>
              <a:spcBef>
                <a:spcPts val="1000"/>
              </a:spcBef>
            </a:pPr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Project Objectives :</a:t>
            </a:r>
            <a:r>
              <a:rPr lang="en-US" sz="4000">
                <a:solidFill>
                  <a:schemeClr val="bg1"/>
                </a:solidFill>
                <a:latin typeface="Aptos Display"/>
                <a:ea typeface="+mj-lt"/>
                <a:cs typeface="+mj-lt"/>
              </a:rPr>
              <a:t> </a:t>
            </a:r>
            <a:r>
              <a:rPr lang="en-US" sz="2600" dirty="0">
                <a:solidFill>
                  <a:schemeClr val="bg1"/>
                </a:solidFill>
                <a:latin typeface="Aptos"/>
                <a:ea typeface="+mj-lt"/>
                <a:cs typeface="+mj-lt"/>
              </a:rPr>
              <a:t>This project aims to automate repetitive hospital </a:t>
            </a:r>
            <a:r>
              <a:rPr lang="en-US" sz="2600">
                <a:solidFill>
                  <a:schemeClr val="bg1"/>
                </a:solidFill>
                <a:latin typeface="Aptos"/>
                <a:ea typeface="+mj-lt"/>
                <a:cs typeface="+mj-lt"/>
              </a:rPr>
              <a:t>operations while improving efficiency and patient care.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264D680-9992-5F13-2D97-57AEC2CE71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973819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26844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Freeform: Shape 6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8" name="Freeform: Shape 7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9B07F9-A8D3-74E4-D068-9A9D863FB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System Architecture</a:t>
            </a:r>
            <a:endParaRPr lang="en-US" sz="40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7DB1EEF6-99BE-2EF7-512F-198C4B5AAB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4870565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6476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7FCB40-82E0-EFA7-3849-87137AA3E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Workflow Overview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96A61D-DA45-A06B-F357-A99BD4FD07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238874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61821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EF0A1C-6841-5370-1F38-EBCD8A9E5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100"/>
              <a:t>Workflow 1: Patient Registration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877EE-F2C8-66A1-141E-EDF04BB79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1" y="1922561"/>
            <a:ext cx="10909643" cy="55265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400"/>
              <a:t>Digitize and automate patient onboarding.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638994-DAEA-458D-C60E-0727C4DBE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95" y="2121440"/>
            <a:ext cx="2846697" cy="42153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6F7EF07-7F6C-734B-B513-59228973DA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9623" y="2798694"/>
            <a:ext cx="8634706" cy="285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758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0B653B-F866-C54B-1EEF-4D8EF2F2D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100"/>
              <a:t>Workflow 2: Appointment Booking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4C04C-CB8D-3B52-B767-495DFD6FE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1" y="1922561"/>
            <a:ext cx="10909643" cy="55265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400"/>
              <a:t>Automate appointment scheduling with AI support.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E073E7-9C77-4D24-FBD6-30E044671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9557" y="2476361"/>
            <a:ext cx="3119308" cy="41599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EAAC26-6B76-5A09-D14D-F4B886CDA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623" y="3422693"/>
            <a:ext cx="8191361" cy="2599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066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3E1341-0F66-0D26-0E34-9FE8B20C1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4600"/>
              <a:t>Workflow 3: Medical Report Upload &amp; AI Analysis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CC148-13E5-8640-941C-74B322B7F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en-US" sz="2200">
                <a:latin typeface="Aptos Display"/>
              </a:rPr>
              <a:t>Assist doctors by generating preliminary clinical insights</a:t>
            </a:r>
            <a:r>
              <a:rPr lang="en-US" sz="2200" dirty="0">
                <a:latin typeface="Aptos Display"/>
              </a:rPr>
              <a:t>.</a:t>
            </a:r>
            <a:endParaRPr lang="en-US" sz="2200" dirty="0"/>
          </a:p>
          <a:p>
            <a:endParaRPr lang="en-US" sz="22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0C5A39-F992-6350-492D-849561E02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5049" y="509292"/>
            <a:ext cx="2833906" cy="58406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4BC6E3-3BB6-A10C-D739-3183FA70C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13" y="3428477"/>
            <a:ext cx="8595636" cy="2715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916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83C7BC-FF3C-97FF-4D43-89D6F0789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Workflow 4: AI Doctor Approval System</a:t>
            </a:r>
            <a:endParaRPr lang="en-US" sz="5400"/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01B9FDB-7530-15CB-6E6F-23484EB6A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9443" y="384601"/>
            <a:ext cx="2262646" cy="60900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3FBA81-B015-CD58-EA9F-1AA6EC762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13" y="2710775"/>
            <a:ext cx="9177527" cy="3070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065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D896A7-027C-A68B-A5CC-56F918C08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Workflow 5 :Medication &amp; Follow-up Reminder</a:t>
            </a:r>
            <a:endParaRPr lang="en-US" sz="5400"/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7B8E058-0D6C-FB02-E8BA-3CB17A5AD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endParaRPr lang="en-US" sz="220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F533548-9DA4-DFDA-798F-2814F8370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75" y="2712165"/>
            <a:ext cx="2355182" cy="34299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8E8B10-5583-9986-298F-2B81C0330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6203" y="2705780"/>
            <a:ext cx="8955855" cy="302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228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8F057C-4C7B-3951-5C82-ED1A296B6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Workflow 6: Billing &amp; Hospital Analytics</a:t>
            </a:r>
            <a:endParaRPr lang="en-US" sz="54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5CD9E-1FA3-AFC9-72A0-626C4B951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>
                <a:ea typeface="+mn-lt"/>
                <a:cs typeface="+mn-lt"/>
              </a:rPr>
              <a:t>Automate billing after treatment approval.</a:t>
            </a:r>
            <a:endParaRPr lang="en-US" sz="22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8F4F16-56A2-0735-899F-8057CC73E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263" y="1894747"/>
            <a:ext cx="4069262" cy="4136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4608CD-CF17-997B-84B3-1EA8F0A88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967" y="3175231"/>
            <a:ext cx="7514982" cy="239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224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E4392-80F8-B10B-F397-ADE7797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7254" y="525439"/>
            <a:ext cx="3336545" cy="1657614"/>
          </a:xfrm>
        </p:spPr>
        <p:txBody>
          <a:bodyPr>
            <a:normAutofit/>
          </a:bodyPr>
          <a:lstStyle/>
          <a:p>
            <a:r>
              <a:rPr lang="en-US" sz="4000" b="1">
                <a:ea typeface="+mj-lt"/>
                <a:cs typeface="+mj-lt"/>
              </a:rPr>
              <a:t>Advanced Features</a:t>
            </a:r>
            <a:endParaRPr lang="en-US" sz="4000" b="1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E99476-5954-2882-D58C-03A405296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608" y="643060"/>
            <a:ext cx="3917965" cy="3313178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22A5670-0F7B-4199-AEAB-33FBA9CEA4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3627" y="-1"/>
            <a:ext cx="0" cy="4572000"/>
          </a:xfrm>
          <a:prstGeom prst="line">
            <a:avLst/>
          </a:prstGeom>
          <a:ln w="3810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4318FCC-E1BB-82F3-A818-4EE95A52D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6370" y="682334"/>
            <a:ext cx="2628285" cy="1043583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BB1744D-A7DF-4B65-B6E3-DCF12BB2D8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3627" y="2228770"/>
            <a:ext cx="2877035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768E598E-2FBC-A562-FFCF-60B9FF7AB0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6178" y="2424609"/>
            <a:ext cx="2481233" cy="1799367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82DD753-EA38-4E86-91FB-05041A44A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4567905"/>
            <a:ext cx="7530662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8A0CEB3-FDFA-3EE6-2602-A5DEF1D77A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609" y="5060813"/>
            <a:ext cx="2221053" cy="11500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C53A8D-AF46-25A2-C7AB-24BD663A2C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2822" y="4989026"/>
            <a:ext cx="4364400" cy="1293638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DA63E78-7704-45EF-B5D3-EADDF5D826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1730262" y="5706812"/>
            <a:ext cx="2286000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0060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45532E-A5F3-7ED1-0346-E7573994C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ea typeface="+mj-lt"/>
                <a:cs typeface="+mj-lt"/>
              </a:rPr>
              <a:t>Conclusion:</a:t>
            </a:r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C6034-8F8C-09A7-DE0D-60CEA967D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500">
                <a:solidFill>
                  <a:schemeClr val="bg1"/>
                </a:solidFill>
                <a:ea typeface="+mn-lt"/>
                <a:cs typeface="+mn-lt"/>
              </a:rPr>
              <a:t>The AI-Powered Hospital Management System successfully demonstrates how workflow automation and artificial intelligence can improve hospital efficiency while ensuring that doctors remain the final decision-makers.</a:t>
            </a:r>
            <a:endParaRPr lang="en-US" sz="15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500">
                <a:solidFill>
                  <a:schemeClr val="bg1"/>
                </a:solidFill>
              </a:rPr>
              <a:t>Key Benefits:-</a:t>
            </a:r>
          </a:p>
          <a:p>
            <a:r>
              <a:rPr lang="en-US" sz="1500">
                <a:solidFill>
                  <a:schemeClr val="bg1"/>
                </a:solidFill>
                <a:ea typeface="+mn-lt"/>
                <a:cs typeface="+mn-lt"/>
              </a:rPr>
              <a:t>Reduced manual work </a:t>
            </a:r>
            <a:endParaRPr lang="en-US" sz="1500">
              <a:solidFill>
                <a:schemeClr val="bg1"/>
              </a:solidFill>
            </a:endParaRPr>
          </a:p>
          <a:p>
            <a:r>
              <a:rPr lang="en-US" sz="1500">
                <a:solidFill>
                  <a:schemeClr val="bg1"/>
                </a:solidFill>
                <a:ea typeface="+mn-lt"/>
                <a:cs typeface="+mn-lt"/>
              </a:rPr>
              <a:t>Faster appointment scheduling </a:t>
            </a:r>
            <a:endParaRPr lang="en-US" sz="1500">
              <a:solidFill>
                <a:schemeClr val="bg1"/>
              </a:solidFill>
            </a:endParaRPr>
          </a:p>
          <a:p>
            <a:r>
              <a:rPr lang="en-US" sz="1500">
                <a:solidFill>
                  <a:schemeClr val="bg1"/>
                </a:solidFill>
                <a:ea typeface="+mn-lt"/>
                <a:cs typeface="+mn-lt"/>
              </a:rPr>
              <a:t>AI-assisted clinical support </a:t>
            </a:r>
            <a:endParaRPr lang="en-US" sz="1500">
              <a:solidFill>
                <a:schemeClr val="bg1"/>
              </a:solidFill>
            </a:endParaRPr>
          </a:p>
          <a:p>
            <a:r>
              <a:rPr lang="en-US" sz="1500">
                <a:solidFill>
                  <a:schemeClr val="bg1"/>
                </a:solidFill>
                <a:ea typeface="+mn-lt"/>
                <a:cs typeface="+mn-lt"/>
              </a:rPr>
              <a:t>Automated billing </a:t>
            </a:r>
            <a:endParaRPr lang="en-US" sz="1500">
              <a:solidFill>
                <a:schemeClr val="bg1"/>
              </a:solidFill>
            </a:endParaRPr>
          </a:p>
          <a:p>
            <a:r>
              <a:rPr lang="en-US" sz="1500">
                <a:solidFill>
                  <a:schemeClr val="bg1"/>
                </a:solidFill>
                <a:ea typeface="+mn-lt"/>
                <a:cs typeface="+mn-lt"/>
              </a:rPr>
              <a:t>Timely medication reminders </a:t>
            </a:r>
            <a:endParaRPr lang="en-US" sz="1500">
              <a:solidFill>
                <a:schemeClr val="bg1"/>
              </a:solidFill>
            </a:endParaRPr>
          </a:p>
          <a:p>
            <a:r>
              <a:rPr lang="en-US" sz="1500">
                <a:solidFill>
                  <a:schemeClr val="bg1"/>
                </a:solidFill>
                <a:ea typeface="+mn-lt"/>
                <a:cs typeface="+mn-lt"/>
              </a:rPr>
              <a:t>Improved patient experience </a:t>
            </a:r>
            <a:endParaRPr lang="en-US" sz="1500">
              <a:solidFill>
                <a:schemeClr val="bg1"/>
              </a:solidFill>
            </a:endParaRPr>
          </a:p>
          <a:p>
            <a:r>
              <a:rPr lang="en-US" sz="1500">
                <a:solidFill>
                  <a:schemeClr val="bg1"/>
                </a:solidFill>
                <a:ea typeface="+mn-lt"/>
                <a:cs typeface="+mn-lt"/>
              </a:rPr>
              <a:t>Centralized and secure data management </a:t>
            </a:r>
            <a:endParaRPr lang="en-US" sz="1500">
              <a:solidFill>
                <a:schemeClr val="bg1"/>
              </a:solidFill>
            </a:endParaRPr>
          </a:p>
          <a:p>
            <a:r>
              <a:rPr lang="en-US" sz="1500">
                <a:solidFill>
                  <a:schemeClr val="bg1"/>
                </a:solidFill>
                <a:ea typeface="+mn-lt"/>
                <a:cs typeface="+mn-lt"/>
              </a:rPr>
              <a:t>Scalable architecture for future enhancements</a:t>
            </a:r>
            <a:endParaRPr lang="en-US" sz="1500">
              <a:solidFill>
                <a:schemeClr val="bg1"/>
              </a:solidFill>
            </a:endParaRPr>
          </a:p>
          <a:p>
            <a:endParaRPr lang="en-US" sz="1500">
              <a:solidFill>
                <a:schemeClr val="bg1"/>
              </a:solidFill>
            </a:endParaRP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18606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AI-Powered Hospital Management System</vt:lpstr>
      <vt:lpstr>Problem Statement</vt:lpstr>
      <vt:lpstr>Project Objectives : This project aims to automate repetitive hospital operations while improving efficiency and patient care.</vt:lpstr>
      <vt:lpstr>System Architecture</vt:lpstr>
      <vt:lpstr>Workflow Overview</vt:lpstr>
      <vt:lpstr>Workflow 1: Patient Registration</vt:lpstr>
      <vt:lpstr>Workflow 2: Appointment Booking</vt:lpstr>
      <vt:lpstr>Workflow 3: Medical Report Upload &amp; AI Analysis</vt:lpstr>
      <vt:lpstr>Workflow 4: AI Doctor Approval System</vt:lpstr>
      <vt:lpstr>Workflow 5 :Medication &amp; Follow-up Reminder</vt:lpstr>
      <vt:lpstr>Workflow 6: Billing &amp; Hospital Analytics</vt:lpstr>
      <vt:lpstr>Advanced Features</vt:lpstr>
      <vt:lpstr>Conclusion: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142</cp:revision>
  <dcterms:created xsi:type="dcterms:W3CDTF">2026-08-07T17:45:39Z</dcterms:created>
  <dcterms:modified xsi:type="dcterms:W3CDTF">2026-08-07T18:11:42Z</dcterms:modified>
</cp:coreProperties>
</file>